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5"/>
    <p:sldMasterId id="214748367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5143500" cx="9144000"/>
  <p:notesSz cx="6858000" cy="9144000"/>
  <p:embeddedFontLst>
    <p:embeddedFont>
      <p:font typeface="Anaheim"/>
      <p:regular r:id="rId30"/>
      <p:bold r:id="rId31"/>
    </p:embeddedFont>
    <p:embeddedFont>
      <p:font typeface="Baloo 2 ExtraBold"/>
      <p:bold r:id="rId32"/>
    </p:embeddedFont>
    <p:embeddedFont>
      <p:font typeface="DM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64D48C-7518-403C-82E0-CB89DD788566}">
  <a:tblStyle styleId="{9364D48C-7518-403C-82E0-CB89DD788566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6F9FE"/>
          </a:solidFill>
        </a:fill>
      </a:tcStyle>
    </a:wholeTbl>
    <a:band1H>
      <a:tcTxStyle/>
      <a:tcStyle>
        <a:fill>
          <a:solidFill>
            <a:srgbClr val="ECF2FD"/>
          </a:solidFill>
        </a:fill>
      </a:tcStyle>
    </a:band1H>
    <a:band2H>
      <a:tcTxStyle/>
    </a:band2H>
    <a:band1V>
      <a:tcTxStyle/>
      <a:tcStyle>
        <a:fill>
          <a:solidFill>
            <a:srgbClr val="ECF2FD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6F78BCF2-B6D1-4A9D-990B-51E54A198C3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Anaheim-bold.fntdata"/><Relationship Id="rId30" Type="http://schemas.openxmlformats.org/officeDocument/2006/relationships/font" Target="fonts/Anaheim-regular.fntdata"/><Relationship Id="rId11" Type="http://schemas.openxmlformats.org/officeDocument/2006/relationships/slide" Target="slides/slide4.xml"/><Relationship Id="rId33" Type="http://schemas.openxmlformats.org/officeDocument/2006/relationships/font" Target="fonts/DMSans-regular.fntdata"/><Relationship Id="rId10" Type="http://schemas.openxmlformats.org/officeDocument/2006/relationships/slide" Target="slides/slide3.xml"/><Relationship Id="rId32" Type="http://schemas.openxmlformats.org/officeDocument/2006/relationships/font" Target="fonts/Baloo2ExtraBold-bold.fntdata"/><Relationship Id="rId13" Type="http://schemas.openxmlformats.org/officeDocument/2006/relationships/slide" Target="slides/slide6.xml"/><Relationship Id="rId35" Type="http://schemas.openxmlformats.org/officeDocument/2006/relationships/font" Target="fonts/DMSans-italic.fntdata"/><Relationship Id="rId12" Type="http://schemas.openxmlformats.org/officeDocument/2006/relationships/slide" Target="slides/slide5.xml"/><Relationship Id="rId34" Type="http://schemas.openxmlformats.org/officeDocument/2006/relationships/font" Target="fonts/DMSans-bold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36" Type="http://schemas.openxmlformats.org/officeDocument/2006/relationships/font" Target="fonts/DMSans-bold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f0b0cd4588_2_5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g3f0b0cd4588_2_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f0b0cd4588_2_6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0" name="Google Shape;720;g3f0b0cd4588_2_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f0b0cd4588_2_6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3" name="Google Shape;733;g3f0b0cd4588_2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3f0b0cd4588_2_7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4" name="Google Shape;834;g3f0b0cd4588_2_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3f0b0cd4588_2_8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1" name="Google Shape;871;g3f0b0cd4588_2_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f0b0cd4588_2_8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0" name="Google Shape;880;g3f0b0cd4588_2_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f0b0cd4588_2_8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8" name="Google Shape;888;g3f0b0cd4588_2_8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f0b6cd6693_1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8" name="Google Shape;988;g3f0b6cd6693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f0b6cd6693_4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3f0b6cd6693_4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3f0b6cd6693_4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3f0b6cd6693_4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3f30a8d0a8b_1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3" name="Google Shape;1023;g3f30a8d0a8b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3f30a8d0a8b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3f30a8d0a8b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3f30a8d0a8b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3f30a8d0a8b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3f30a8d0a8b_1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g3f30a8d0a8b_1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g3f30a8d0a8b_1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4" name="Google Shape;1144;g3f30a8d0a8b_1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3f30a8d0a8b_1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3f30a8d0a8b_1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3f30a8d0a8b_1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3f30a8d0a8b_1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3f449216d9a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7" name="Google Shape;1167;g3f449216d9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3f30a8d0a8b_1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8" name="Google Shape;1268;g3f30a8d0a8b_1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3f449216d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9" name="Google Shape;1279;g3f449216d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3f449216d9a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3f449216d9a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3f449216d9a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0" name="Google Shape;1300;g3f449216d9a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4"/>
          <p:cNvGrpSpPr/>
          <p:nvPr/>
        </p:nvGrpSpPr>
        <p:grpSpPr>
          <a:xfrm>
            <a:off x="-1644614" y="-2747524"/>
            <a:ext cx="12278719" cy="10475804"/>
            <a:chOff x="-1644614" y="-2747524"/>
            <a:chExt cx="12278719" cy="10475804"/>
          </a:xfrm>
        </p:grpSpPr>
        <p:sp>
          <p:nvSpPr>
            <p:cNvPr id="55" name="Google Shape;55;p14"/>
            <p:cNvSpPr/>
            <p:nvPr/>
          </p:nvSpPr>
          <p:spPr>
            <a:xfrm rot="-2526399">
              <a:off x="5593085" y="3029310"/>
              <a:ext cx="4356710" cy="3718191"/>
            </a:xfrm>
            <a:custGeom>
              <a:rect b="b" l="l" r="r" t="t"/>
              <a:pathLst>
                <a:path extrusionOk="0" h="1263926" w="1480978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rgbClr val="CBDDFA">
                <a:alpha val="3921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14"/>
            <p:cNvSpPr/>
            <p:nvPr/>
          </p:nvSpPr>
          <p:spPr>
            <a:xfrm rot="7128784">
              <a:off x="8363688" y="1001192"/>
              <a:ext cx="1703625" cy="1100471"/>
            </a:xfrm>
            <a:custGeom>
              <a:rect b="b" l="l" r="r" t="t"/>
              <a:pathLst>
                <a:path extrusionOk="0" h="397857" w="616186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14"/>
            <p:cNvSpPr/>
            <p:nvPr/>
          </p:nvSpPr>
          <p:spPr>
            <a:xfrm rot="1490198">
              <a:off x="-1039429" y="-1920903"/>
              <a:ext cx="4803426" cy="3939324"/>
            </a:xfrm>
            <a:custGeom>
              <a:rect b="b" l="l" r="r" t="t"/>
              <a:pathLst>
                <a:path extrusionOk="0" h="1345239" w="1640321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1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" name="Google Shape;58;p14"/>
          <p:cNvSpPr txBox="1"/>
          <p:nvPr>
            <p:ph type="ctrTitle"/>
          </p:nvPr>
        </p:nvSpPr>
        <p:spPr>
          <a:xfrm>
            <a:off x="713225" y="2634850"/>
            <a:ext cx="3862500" cy="138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0" sz="7000"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713225" y="3970798"/>
            <a:ext cx="38625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524375" y="2060193"/>
            <a:ext cx="2958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2" type="subTitle"/>
          </p:nvPr>
        </p:nvSpPr>
        <p:spPr>
          <a:xfrm>
            <a:off x="5419075" y="2060193"/>
            <a:ext cx="2958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3" type="subTitle"/>
          </p:nvPr>
        </p:nvSpPr>
        <p:spPr>
          <a:xfrm>
            <a:off x="1524375" y="3717175"/>
            <a:ext cx="2958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4" type="subTitle"/>
          </p:nvPr>
        </p:nvSpPr>
        <p:spPr>
          <a:xfrm>
            <a:off x="5419075" y="3717175"/>
            <a:ext cx="2958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5" type="title"/>
          </p:nvPr>
        </p:nvSpPr>
        <p:spPr>
          <a:xfrm>
            <a:off x="859275" y="1424275"/>
            <a:ext cx="6675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7" name="Google Shape;67;p15"/>
          <p:cNvSpPr txBox="1"/>
          <p:nvPr>
            <p:ph idx="6" type="title"/>
          </p:nvPr>
        </p:nvSpPr>
        <p:spPr>
          <a:xfrm>
            <a:off x="859275" y="3080674"/>
            <a:ext cx="6675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8" name="Google Shape;68;p15"/>
          <p:cNvSpPr txBox="1"/>
          <p:nvPr>
            <p:ph idx="7" type="title"/>
          </p:nvPr>
        </p:nvSpPr>
        <p:spPr>
          <a:xfrm>
            <a:off x="4753977" y="1424275"/>
            <a:ext cx="665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15"/>
          <p:cNvSpPr txBox="1"/>
          <p:nvPr>
            <p:ph idx="8" type="title"/>
          </p:nvPr>
        </p:nvSpPr>
        <p:spPr>
          <a:xfrm>
            <a:off x="4753977" y="3080674"/>
            <a:ext cx="665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0" name="Google Shape;70;p15"/>
          <p:cNvSpPr txBox="1"/>
          <p:nvPr>
            <p:ph idx="9" type="subTitle"/>
          </p:nvPr>
        </p:nvSpPr>
        <p:spPr>
          <a:xfrm>
            <a:off x="1524375" y="1426525"/>
            <a:ext cx="29580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/>
        </p:txBody>
      </p:sp>
      <p:sp>
        <p:nvSpPr>
          <p:cNvPr id="71" name="Google Shape;71;p15"/>
          <p:cNvSpPr txBox="1"/>
          <p:nvPr>
            <p:ph idx="13" type="subTitle"/>
          </p:nvPr>
        </p:nvSpPr>
        <p:spPr>
          <a:xfrm>
            <a:off x="5419075" y="1426525"/>
            <a:ext cx="29580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14" type="subTitle"/>
          </p:nvPr>
        </p:nvSpPr>
        <p:spPr>
          <a:xfrm>
            <a:off x="1524375" y="3082997"/>
            <a:ext cx="29580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15" type="subTitle"/>
          </p:nvPr>
        </p:nvSpPr>
        <p:spPr>
          <a:xfrm>
            <a:off x="5419075" y="3082997"/>
            <a:ext cx="29580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/>
        </p:txBody>
      </p:sp>
      <p:grpSp>
        <p:nvGrpSpPr>
          <p:cNvPr id="74" name="Google Shape;74;p15"/>
          <p:cNvGrpSpPr/>
          <p:nvPr/>
        </p:nvGrpSpPr>
        <p:grpSpPr>
          <a:xfrm>
            <a:off x="-1037742" y="-2235586"/>
            <a:ext cx="11304663" cy="8284665"/>
            <a:chOff x="-1037742" y="-2235586"/>
            <a:chExt cx="11304663" cy="8284665"/>
          </a:xfrm>
        </p:grpSpPr>
        <p:sp>
          <p:nvSpPr>
            <p:cNvPr id="75" name="Google Shape;75;p15"/>
            <p:cNvSpPr/>
            <p:nvPr/>
          </p:nvSpPr>
          <p:spPr>
            <a:xfrm rot="-9487761">
              <a:off x="6826194" y="-1745977"/>
              <a:ext cx="3098926" cy="2433851"/>
            </a:xfrm>
            <a:custGeom>
              <a:rect b="b" l="l" r="r" t="t"/>
              <a:pathLst>
                <a:path extrusionOk="0" h="3197" w="4074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16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15"/>
            <p:cNvSpPr/>
            <p:nvPr/>
          </p:nvSpPr>
          <p:spPr>
            <a:xfrm flipH="1" rot="-9880295">
              <a:off x="-833926" y="3939881"/>
              <a:ext cx="2249342" cy="1844701"/>
            </a:xfrm>
            <a:custGeom>
              <a:rect b="b" l="l" r="r" t="t"/>
              <a:pathLst>
                <a:path extrusionOk="0" h="1345239" w="1640321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" name="Google Shape;77;p15"/>
          <p:cNvGrpSpPr/>
          <p:nvPr/>
        </p:nvGrpSpPr>
        <p:grpSpPr>
          <a:xfrm>
            <a:off x="-49429" y="3983121"/>
            <a:ext cx="1527509" cy="1332112"/>
            <a:chOff x="-49429" y="3983121"/>
            <a:chExt cx="1527509" cy="1332112"/>
          </a:xfrm>
        </p:grpSpPr>
        <p:grpSp>
          <p:nvGrpSpPr>
            <p:cNvPr id="78" name="Google Shape;78;p15"/>
            <p:cNvGrpSpPr/>
            <p:nvPr/>
          </p:nvGrpSpPr>
          <p:grpSpPr>
            <a:xfrm>
              <a:off x="840880" y="4718150"/>
              <a:ext cx="637200" cy="597083"/>
              <a:chOff x="1932280" y="1331475"/>
              <a:chExt cx="637200" cy="597083"/>
            </a:xfrm>
          </p:grpSpPr>
          <p:sp>
            <p:nvSpPr>
              <p:cNvPr id="79" name="Google Shape;79;p15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15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15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15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15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15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rect b="b" l="l" r="r" t="t"/>
                <a:pathLst>
                  <a:path extrusionOk="0" h="71" w="729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15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15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15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15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rect b="b" l="l" r="r" t="t"/>
                <a:pathLst>
                  <a:path extrusionOk="0" h="301" w="302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rect b="b" l="l" r="r" t="t"/>
                <a:pathLst>
                  <a:path extrusionOk="0" h="141" w="149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" name="Google Shape;91;p15"/>
            <p:cNvGrpSpPr/>
            <p:nvPr/>
          </p:nvGrpSpPr>
          <p:grpSpPr>
            <a:xfrm>
              <a:off x="-49429" y="3983121"/>
              <a:ext cx="588491" cy="951052"/>
              <a:chOff x="1062996" y="1340396"/>
              <a:chExt cx="588491" cy="951052"/>
            </a:xfrm>
          </p:grpSpPr>
          <p:sp>
            <p:nvSpPr>
              <p:cNvPr id="92" name="Google Shape;92;p15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rect b="b" l="l" r="r" t="t"/>
                <a:pathLst>
                  <a:path extrusionOk="0" h="487" w="313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15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rect b="b" l="l" r="r" t="t"/>
                <a:pathLst>
                  <a:path extrusionOk="0" h="141" w="115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15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rect b="b" l="l" r="r" t="t"/>
                <a:pathLst>
                  <a:path extrusionOk="0" h="20" w="18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5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rect b="b" l="l" r="r" t="t"/>
                <a:pathLst>
                  <a:path extrusionOk="0" h="64" w="59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5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rect b="b" l="l" r="r" t="t"/>
                <a:pathLst>
                  <a:path extrusionOk="0" h="220" w="93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5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rect b="b" l="l" r="r" t="t"/>
                <a:pathLst>
                  <a:path extrusionOk="0" h="71" w="85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8" name="Google Shape;98;p15"/>
          <p:cNvGrpSpPr/>
          <p:nvPr/>
        </p:nvGrpSpPr>
        <p:grpSpPr>
          <a:xfrm>
            <a:off x="393327" y="100000"/>
            <a:ext cx="8498675" cy="4378045"/>
            <a:chOff x="393327" y="100000"/>
            <a:chExt cx="8498675" cy="4378045"/>
          </a:xfrm>
        </p:grpSpPr>
        <p:sp>
          <p:nvSpPr>
            <p:cNvPr id="99" name="Google Shape;99;p15"/>
            <p:cNvSpPr/>
            <p:nvPr/>
          </p:nvSpPr>
          <p:spPr>
            <a:xfrm>
              <a:off x="393327" y="4155645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8565327" y="378295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8246200" y="100000"/>
              <a:ext cx="184575" cy="18215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3871075" y="2969400"/>
            <a:ext cx="4559700" cy="130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b="0" sz="4100"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4" name="Google Shape;104;p16"/>
          <p:cNvSpPr txBox="1"/>
          <p:nvPr>
            <p:ph idx="2" type="title"/>
          </p:nvPr>
        </p:nvSpPr>
        <p:spPr>
          <a:xfrm>
            <a:off x="3871075" y="2425725"/>
            <a:ext cx="9969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4400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16"/>
          <p:cNvSpPr txBox="1"/>
          <p:nvPr>
            <p:ph idx="1" type="subTitle"/>
          </p:nvPr>
        </p:nvSpPr>
        <p:spPr>
          <a:xfrm>
            <a:off x="3871075" y="4229000"/>
            <a:ext cx="45597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06" name="Google Shape;106;p16"/>
          <p:cNvGrpSpPr/>
          <p:nvPr/>
        </p:nvGrpSpPr>
        <p:grpSpPr>
          <a:xfrm>
            <a:off x="-3163374" y="-2703928"/>
            <a:ext cx="13166338" cy="11243107"/>
            <a:chOff x="-3163374" y="-2703928"/>
            <a:chExt cx="13166338" cy="11243107"/>
          </a:xfrm>
        </p:grpSpPr>
        <p:sp>
          <p:nvSpPr>
            <p:cNvPr id="107" name="Google Shape;107;p16"/>
            <p:cNvSpPr/>
            <p:nvPr/>
          </p:nvSpPr>
          <p:spPr>
            <a:xfrm rot="-8306489">
              <a:off x="6127382" y="-1119897"/>
              <a:ext cx="3381355" cy="2773073"/>
            </a:xfrm>
            <a:custGeom>
              <a:rect b="b" l="l" r="r" t="t"/>
              <a:pathLst>
                <a:path extrusionOk="0" h="1345239" w="1640321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1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6"/>
            <p:cNvSpPr/>
            <p:nvPr/>
          </p:nvSpPr>
          <p:spPr>
            <a:xfrm rot="-2526298">
              <a:off x="-1178945" y="-1980449"/>
              <a:ext cx="3213799" cy="2742785"/>
            </a:xfrm>
            <a:custGeom>
              <a:rect b="b" l="l" r="r" t="t"/>
              <a:pathLst>
                <a:path extrusionOk="0" h="1263926" w="1480978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6"/>
            <p:cNvSpPr/>
            <p:nvPr/>
          </p:nvSpPr>
          <p:spPr>
            <a:xfrm rot="7128936">
              <a:off x="-2814439" y="3014869"/>
              <a:ext cx="5631417" cy="4125872"/>
            </a:xfrm>
            <a:custGeom>
              <a:rect b="b" l="l" r="r" t="t"/>
              <a:pathLst>
                <a:path extrusionOk="0" h="397857" w="616186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1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0000" y="445025"/>
            <a:ext cx="43602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2" name="Google Shape;112;p17"/>
          <p:cNvSpPr txBox="1"/>
          <p:nvPr>
            <p:ph idx="1" type="subTitle"/>
          </p:nvPr>
        </p:nvSpPr>
        <p:spPr>
          <a:xfrm>
            <a:off x="720000" y="1700300"/>
            <a:ext cx="4360200" cy="29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113" name="Google Shape;113;p17"/>
          <p:cNvSpPr/>
          <p:nvPr>
            <p:ph idx="2" type="pic"/>
          </p:nvPr>
        </p:nvSpPr>
        <p:spPr>
          <a:xfrm>
            <a:off x="5287787" y="1164750"/>
            <a:ext cx="2702100" cy="3145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114" name="Google Shape;114;p17"/>
          <p:cNvGrpSpPr/>
          <p:nvPr/>
        </p:nvGrpSpPr>
        <p:grpSpPr>
          <a:xfrm>
            <a:off x="-1074892" y="-1954336"/>
            <a:ext cx="11396926" cy="8184515"/>
            <a:chOff x="-1074892" y="-1954336"/>
            <a:chExt cx="11396926" cy="8184515"/>
          </a:xfrm>
        </p:grpSpPr>
        <p:sp>
          <p:nvSpPr>
            <p:cNvPr id="115" name="Google Shape;115;p17"/>
            <p:cNvSpPr/>
            <p:nvPr/>
          </p:nvSpPr>
          <p:spPr>
            <a:xfrm rot="-9487761">
              <a:off x="6881307" y="-1464727"/>
              <a:ext cx="3098926" cy="2433851"/>
            </a:xfrm>
            <a:custGeom>
              <a:rect b="b" l="l" r="r" t="t"/>
              <a:pathLst>
                <a:path extrusionOk="0" h="3197" w="4074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16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7"/>
            <p:cNvSpPr/>
            <p:nvPr/>
          </p:nvSpPr>
          <p:spPr>
            <a:xfrm flipH="1" rot="-9880295">
              <a:off x="-871076" y="4120981"/>
              <a:ext cx="2249342" cy="1844701"/>
            </a:xfrm>
            <a:custGeom>
              <a:rect b="b" l="l" r="r" t="t"/>
              <a:pathLst>
                <a:path extrusionOk="0" h="1345239" w="1640321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" name="Google Shape;117;p17"/>
          <p:cNvGrpSpPr/>
          <p:nvPr/>
        </p:nvGrpSpPr>
        <p:grpSpPr>
          <a:xfrm>
            <a:off x="7702991" y="236579"/>
            <a:ext cx="1713523" cy="1256858"/>
            <a:chOff x="7702991" y="236579"/>
            <a:chExt cx="1713523" cy="1256858"/>
          </a:xfrm>
        </p:grpSpPr>
        <p:grpSp>
          <p:nvGrpSpPr>
            <p:cNvPr id="118" name="Google Shape;118;p17"/>
            <p:cNvGrpSpPr/>
            <p:nvPr/>
          </p:nvGrpSpPr>
          <p:grpSpPr>
            <a:xfrm>
              <a:off x="7702991" y="236579"/>
              <a:ext cx="428274" cy="605852"/>
              <a:chOff x="6000261" y="1225220"/>
              <a:chExt cx="627600" cy="887825"/>
            </a:xfrm>
          </p:grpSpPr>
          <p:sp>
            <p:nvSpPr>
              <p:cNvPr id="119" name="Google Shape;119;p17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7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rect b="b" l="l" r="r" t="t"/>
                <a:pathLst>
                  <a:path extrusionOk="0" h="78" w="718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7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7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7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7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17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7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7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rect b="b" l="l" r="r" t="t"/>
                <a:pathLst>
                  <a:path extrusionOk="0" h="353" w="352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7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17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7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7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" name="Google Shape;132;p17"/>
            <p:cNvGrpSpPr/>
            <p:nvPr/>
          </p:nvGrpSpPr>
          <p:grpSpPr>
            <a:xfrm rot="-2376894">
              <a:off x="8771628" y="712393"/>
              <a:ext cx="471966" cy="712375"/>
              <a:chOff x="2047101" y="2145599"/>
              <a:chExt cx="407553" cy="615151"/>
            </a:xfrm>
          </p:grpSpPr>
          <p:sp>
            <p:nvSpPr>
              <p:cNvPr id="133" name="Google Shape;133;p17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rect b="b" l="l" r="r" t="t"/>
                <a:pathLst>
                  <a:path extrusionOk="0" h="1325" w="879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17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rect b="b" l="l" r="r" t="t"/>
                <a:pathLst>
                  <a:path extrusionOk="0" h="439" w="879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17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17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rect b="b" l="l" r="r" t="t"/>
                <a:pathLst>
                  <a:path extrusionOk="0" h="170" w="384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17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rect b="b" l="l" r="r" t="t"/>
                <a:pathLst>
                  <a:path extrusionOk="0" h="170" w="248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17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rect b="b" l="l" r="r" t="t"/>
                <a:pathLst>
                  <a:path extrusionOk="0" h="107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17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17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17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17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rect b="b" l="l" r="r" t="t"/>
                <a:pathLst>
                  <a:path extrusionOk="0" h="107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17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17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17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17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rect b="b" l="l" r="r" t="t"/>
                <a:pathLst>
                  <a:path extrusionOk="0" h="107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17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17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17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17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rect b="b" l="l" r="r" t="t"/>
                <a:pathLst>
                  <a:path extrusionOk="0" h="107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17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17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17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rect b="b" l="l" r="r" t="t"/>
                <a:pathLst>
                  <a:path extrusionOk="0" h="106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17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rect b="b" l="l" r="r" t="t"/>
                <a:pathLst>
                  <a:path extrusionOk="0" h="106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17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rect b="b" l="l" r="r" t="t"/>
                <a:pathLst>
                  <a:path extrusionOk="0" h="106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17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rect b="b" l="l" r="r" t="t"/>
                <a:pathLst>
                  <a:path extrusionOk="0" h="247" w="156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17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rect b="b" l="l" r="r" t="t"/>
                <a:pathLst>
                  <a:path extrusionOk="0" h="74" w="141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17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rect b="b" l="l" r="r" t="t"/>
                <a:pathLst>
                  <a:path extrusionOk="0" h="74" w="141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17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rect b="b" l="l" r="r" t="t"/>
                <a:pathLst>
                  <a:path extrusionOk="0" h="74" w="106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17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rect b="b" l="l" r="r" t="t"/>
                <a:pathLst>
                  <a:path extrusionOk="0" h="74" w="106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17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rect b="b" l="l" r="r" t="t"/>
                <a:pathLst>
                  <a:path extrusionOk="0" h="74" w="106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17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rect b="b" l="l" r="r" t="t"/>
                <a:pathLst>
                  <a:path extrusionOk="0" h="58" w="261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3" name="Google Shape;163;p17"/>
          <p:cNvGrpSpPr/>
          <p:nvPr/>
        </p:nvGrpSpPr>
        <p:grpSpPr>
          <a:xfrm>
            <a:off x="90252" y="352520"/>
            <a:ext cx="8548512" cy="4482580"/>
            <a:chOff x="90252" y="352520"/>
            <a:chExt cx="8548512" cy="4482580"/>
          </a:xfrm>
        </p:grpSpPr>
        <p:sp>
          <p:nvSpPr>
            <p:cNvPr id="164" name="Google Shape;164;p17"/>
            <p:cNvSpPr/>
            <p:nvPr/>
          </p:nvSpPr>
          <p:spPr>
            <a:xfrm>
              <a:off x="8312089" y="352520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7"/>
            <p:cNvSpPr/>
            <p:nvPr/>
          </p:nvSpPr>
          <p:spPr>
            <a:xfrm>
              <a:off x="90252" y="4043095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416925" y="4652950"/>
              <a:ext cx="184575" cy="18215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9" name="Google Shape;169;p18"/>
          <p:cNvSpPr txBox="1"/>
          <p:nvPr>
            <p:ph idx="1" type="subTitle"/>
          </p:nvPr>
        </p:nvSpPr>
        <p:spPr>
          <a:xfrm>
            <a:off x="772413" y="1931324"/>
            <a:ext cx="25329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18"/>
          <p:cNvSpPr txBox="1"/>
          <p:nvPr>
            <p:ph idx="2" type="subTitle"/>
          </p:nvPr>
        </p:nvSpPr>
        <p:spPr>
          <a:xfrm>
            <a:off x="3304713" y="1931324"/>
            <a:ext cx="25329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8"/>
          <p:cNvSpPr txBox="1"/>
          <p:nvPr>
            <p:ph idx="3" type="subTitle"/>
          </p:nvPr>
        </p:nvSpPr>
        <p:spPr>
          <a:xfrm>
            <a:off x="772413" y="3641600"/>
            <a:ext cx="25323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18"/>
          <p:cNvSpPr txBox="1"/>
          <p:nvPr>
            <p:ph idx="4" type="subTitle"/>
          </p:nvPr>
        </p:nvSpPr>
        <p:spPr>
          <a:xfrm>
            <a:off x="3304713" y="3641600"/>
            <a:ext cx="25329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18"/>
          <p:cNvSpPr txBox="1"/>
          <p:nvPr>
            <p:ph idx="5" type="subTitle"/>
          </p:nvPr>
        </p:nvSpPr>
        <p:spPr>
          <a:xfrm>
            <a:off x="5837613" y="1931325"/>
            <a:ext cx="25329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8"/>
          <p:cNvSpPr txBox="1"/>
          <p:nvPr>
            <p:ph idx="6" type="subTitle"/>
          </p:nvPr>
        </p:nvSpPr>
        <p:spPr>
          <a:xfrm>
            <a:off x="5837613" y="3641600"/>
            <a:ext cx="25329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8"/>
          <p:cNvSpPr txBox="1"/>
          <p:nvPr>
            <p:ph idx="7" type="subTitle"/>
          </p:nvPr>
        </p:nvSpPr>
        <p:spPr>
          <a:xfrm>
            <a:off x="773528" y="1248100"/>
            <a:ext cx="25329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/>
        </p:txBody>
      </p:sp>
      <p:sp>
        <p:nvSpPr>
          <p:cNvPr id="176" name="Google Shape;176;p18"/>
          <p:cNvSpPr txBox="1"/>
          <p:nvPr>
            <p:ph idx="8" type="subTitle"/>
          </p:nvPr>
        </p:nvSpPr>
        <p:spPr>
          <a:xfrm>
            <a:off x="3305788" y="1248100"/>
            <a:ext cx="25329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/>
        </p:txBody>
      </p:sp>
      <p:sp>
        <p:nvSpPr>
          <p:cNvPr id="177" name="Google Shape;177;p18"/>
          <p:cNvSpPr txBox="1"/>
          <p:nvPr>
            <p:ph idx="9" type="subTitle"/>
          </p:nvPr>
        </p:nvSpPr>
        <p:spPr>
          <a:xfrm>
            <a:off x="5838688" y="1248100"/>
            <a:ext cx="25329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/>
        </p:txBody>
      </p:sp>
      <p:sp>
        <p:nvSpPr>
          <p:cNvPr id="178" name="Google Shape;178;p18"/>
          <p:cNvSpPr txBox="1"/>
          <p:nvPr>
            <p:ph idx="13" type="subTitle"/>
          </p:nvPr>
        </p:nvSpPr>
        <p:spPr>
          <a:xfrm>
            <a:off x="773528" y="3021152"/>
            <a:ext cx="25329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/>
        </p:txBody>
      </p:sp>
      <p:sp>
        <p:nvSpPr>
          <p:cNvPr id="179" name="Google Shape;179;p18"/>
          <p:cNvSpPr txBox="1"/>
          <p:nvPr>
            <p:ph idx="14" type="subTitle"/>
          </p:nvPr>
        </p:nvSpPr>
        <p:spPr>
          <a:xfrm>
            <a:off x="3305788" y="3021152"/>
            <a:ext cx="25329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/>
        </p:txBody>
      </p:sp>
      <p:sp>
        <p:nvSpPr>
          <p:cNvPr id="180" name="Google Shape;180;p18"/>
          <p:cNvSpPr txBox="1"/>
          <p:nvPr>
            <p:ph idx="15" type="subTitle"/>
          </p:nvPr>
        </p:nvSpPr>
        <p:spPr>
          <a:xfrm>
            <a:off x="5838688" y="3021152"/>
            <a:ext cx="25329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/>
        </p:txBody>
      </p:sp>
      <p:grpSp>
        <p:nvGrpSpPr>
          <p:cNvPr id="181" name="Google Shape;181;p18"/>
          <p:cNvGrpSpPr/>
          <p:nvPr/>
        </p:nvGrpSpPr>
        <p:grpSpPr>
          <a:xfrm>
            <a:off x="-3041840" y="-2868269"/>
            <a:ext cx="13627872" cy="9901127"/>
            <a:chOff x="-3041840" y="-2868269"/>
            <a:chExt cx="13627872" cy="9901127"/>
          </a:xfrm>
        </p:grpSpPr>
        <p:sp>
          <p:nvSpPr>
            <p:cNvPr id="182" name="Google Shape;182;p18"/>
            <p:cNvSpPr/>
            <p:nvPr/>
          </p:nvSpPr>
          <p:spPr>
            <a:xfrm rot="-7886775">
              <a:off x="-2572901" y="-1962564"/>
              <a:ext cx="3742179" cy="2939049"/>
            </a:xfrm>
            <a:custGeom>
              <a:rect b="b" l="l" r="r" t="t"/>
              <a:pathLst>
                <a:path extrusionOk="0" h="3197" w="4074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8"/>
            <p:cNvSpPr/>
            <p:nvPr/>
          </p:nvSpPr>
          <p:spPr>
            <a:xfrm flipH="1" rot="7161465">
              <a:off x="7349081" y="3959289"/>
              <a:ext cx="2935948" cy="2407792"/>
            </a:xfrm>
            <a:custGeom>
              <a:rect b="b" l="l" r="r" t="t"/>
              <a:pathLst>
                <a:path extrusionOk="0" h="1345239" w="1640321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1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18"/>
          <p:cNvGrpSpPr/>
          <p:nvPr/>
        </p:nvGrpSpPr>
        <p:grpSpPr>
          <a:xfrm>
            <a:off x="7855330" y="4035051"/>
            <a:ext cx="1716235" cy="991057"/>
            <a:chOff x="7855330" y="4035051"/>
            <a:chExt cx="1716235" cy="991057"/>
          </a:xfrm>
        </p:grpSpPr>
        <p:grpSp>
          <p:nvGrpSpPr>
            <p:cNvPr id="185" name="Google Shape;185;p18"/>
            <p:cNvGrpSpPr/>
            <p:nvPr/>
          </p:nvGrpSpPr>
          <p:grpSpPr>
            <a:xfrm>
              <a:off x="7855330" y="4429025"/>
              <a:ext cx="637200" cy="597083"/>
              <a:chOff x="1932280" y="1331475"/>
              <a:chExt cx="637200" cy="597083"/>
            </a:xfrm>
          </p:grpSpPr>
          <p:sp>
            <p:nvSpPr>
              <p:cNvPr id="186" name="Google Shape;186;p18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18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18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18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18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8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rect b="b" l="l" r="r" t="t"/>
                <a:pathLst>
                  <a:path extrusionOk="0" h="71" w="729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18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18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18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18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18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rect b="b" l="l" r="r" t="t"/>
                <a:pathLst>
                  <a:path extrusionOk="0" h="301" w="302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18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rect b="b" l="l" r="r" t="t"/>
                <a:pathLst>
                  <a:path extrusionOk="0" h="141" w="149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8" name="Google Shape;198;p18"/>
            <p:cNvGrpSpPr/>
            <p:nvPr/>
          </p:nvGrpSpPr>
          <p:grpSpPr>
            <a:xfrm rot="4185065">
              <a:off x="8729342" y="4000165"/>
              <a:ext cx="588492" cy="951054"/>
              <a:chOff x="1062996" y="1340396"/>
              <a:chExt cx="588491" cy="951052"/>
            </a:xfrm>
          </p:grpSpPr>
          <p:sp>
            <p:nvSpPr>
              <p:cNvPr id="199" name="Google Shape;199;p18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rect b="b" l="l" r="r" t="t"/>
                <a:pathLst>
                  <a:path extrusionOk="0" h="487" w="313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18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rect b="b" l="l" r="r" t="t"/>
                <a:pathLst>
                  <a:path extrusionOk="0" h="141" w="115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18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rect b="b" l="l" r="r" t="t"/>
                <a:pathLst>
                  <a:path extrusionOk="0" h="20" w="18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18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rect b="b" l="l" r="r" t="t"/>
                <a:pathLst>
                  <a:path extrusionOk="0" h="64" w="59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18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rect b="b" l="l" r="r" t="t"/>
                <a:pathLst>
                  <a:path extrusionOk="0" h="220" w="93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18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rect b="b" l="l" r="r" t="t"/>
                <a:pathLst>
                  <a:path extrusionOk="0" h="71" w="85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5" name="Google Shape;205;p18"/>
          <p:cNvGrpSpPr/>
          <p:nvPr/>
        </p:nvGrpSpPr>
        <p:grpSpPr>
          <a:xfrm>
            <a:off x="180827" y="137600"/>
            <a:ext cx="8684725" cy="4152370"/>
            <a:chOff x="180827" y="137600"/>
            <a:chExt cx="8684725" cy="4152370"/>
          </a:xfrm>
        </p:grpSpPr>
        <p:sp>
          <p:nvSpPr>
            <p:cNvPr id="206" name="Google Shape;206;p18"/>
            <p:cNvSpPr/>
            <p:nvPr/>
          </p:nvSpPr>
          <p:spPr>
            <a:xfrm>
              <a:off x="8538877" y="3967570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8"/>
            <p:cNvSpPr/>
            <p:nvPr/>
          </p:nvSpPr>
          <p:spPr>
            <a:xfrm>
              <a:off x="180827" y="539495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8"/>
            <p:cNvSpPr/>
            <p:nvPr/>
          </p:nvSpPr>
          <p:spPr>
            <a:xfrm>
              <a:off x="713225" y="137600"/>
              <a:ext cx="184575" cy="18215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oogle Shape;210;p19"/>
          <p:cNvGrpSpPr/>
          <p:nvPr/>
        </p:nvGrpSpPr>
        <p:grpSpPr>
          <a:xfrm>
            <a:off x="-1592615" y="-1841602"/>
            <a:ext cx="12385409" cy="9762151"/>
            <a:chOff x="-1592615" y="-1841602"/>
            <a:chExt cx="12385409" cy="9762151"/>
          </a:xfrm>
        </p:grpSpPr>
        <p:sp>
          <p:nvSpPr>
            <p:cNvPr id="211" name="Google Shape;211;p19"/>
            <p:cNvSpPr/>
            <p:nvPr/>
          </p:nvSpPr>
          <p:spPr>
            <a:xfrm rot="-2930233">
              <a:off x="-1132229" y="4127838"/>
              <a:ext cx="3690906" cy="2898776"/>
            </a:xfrm>
            <a:custGeom>
              <a:rect b="b" l="l" r="r" t="t"/>
              <a:pathLst>
                <a:path extrusionOk="0" h="3197" w="4074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16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19"/>
            <p:cNvSpPr/>
            <p:nvPr/>
          </p:nvSpPr>
          <p:spPr>
            <a:xfrm flipH="1" rot="1287706">
              <a:off x="7067490" y="-1325546"/>
              <a:ext cx="3339997" cy="2739156"/>
            </a:xfrm>
            <a:custGeom>
              <a:rect b="b" l="l" r="r" t="t"/>
              <a:pathLst>
                <a:path extrusionOk="0" h="1345239" w="1640321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" name="Google Shape;213;p19"/>
          <p:cNvGrpSpPr/>
          <p:nvPr/>
        </p:nvGrpSpPr>
        <p:grpSpPr>
          <a:xfrm>
            <a:off x="200218" y="4192521"/>
            <a:ext cx="1459675" cy="1092352"/>
            <a:chOff x="200218" y="4192521"/>
            <a:chExt cx="1459675" cy="1092352"/>
          </a:xfrm>
        </p:grpSpPr>
        <p:grpSp>
          <p:nvGrpSpPr>
            <p:cNvPr id="214" name="Google Shape;214;p19"/>
            <p:cNvGrpSpPr/>
            <p:nvPr/>
          </p:nvGrpSpPr>
          <p:grpSpPr>
            <a:xfrm>
              <a:off x="200218" y="4192521"/>
              <a:ext cx="885750" cy="572682"/>
              <a:chOff x="6798158" y="1294585"/>
              <a:chExt cx="1158600" cy="749094"/>
            </a:xfrm>
          </p:grpSpPr>
          <p:sp>
            <p:nvSpPr>
              <p:cNvPr id="215" name="Google Shape;215;p19"/>
              <p:cNvSpPr/>
              <p:nvPr/>
            </p:nvSpPr>
            <p:spPr>
              <a:xfrm>
                <a:off x="6798158" y="1365379"/>
                <a:ext cx="1158600" cy="678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19"/>
              <p:cNvSpPr/>
              <p:nvPr/>
            </p:nvSpPr>
            <p:spPr>
              <a:xfrm>
                <a:off x="6798158" y="1294585"/>
                <a:ext cx="1158534" cy="70794"/>
              </a:xfrm>
              <a:custGeom>
                <a:rect b="b" l="l" r="r" t="t"/>
                <a:pathLst>
                  <a:path extrusionOk="0" h="81" w="1325">
                    <a:moveTo>
                      <a:pt x="1286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17" y="0"/>
                      <a:pt x="0" y="18"/>
                      <a:pt x="0" y="39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1325" y="81"/>
                      <a:pt x="1325" y="81"/>
                      <a:pt x="1325" y="81"/>
                    </a:cubicBezTo>
                    <a:cubicBezTo>
                      <a:pt x="1325" y="39"/>
                      <a:pt x="1325" y="39"/>
                      <a:pt x="1325" y="39"/>
                    </a:cubicBezTo>
                    <a:cubicBezTo>
                      <a:pt x="1325" y="18"/>
                      <a:pt x="1307" y="0"/>
                      <a:pt x="12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19"/>
              <p:cNvSpPr/>
              <p:nvPr/>
            </p:nvSpPr>
            <p:spPr>
              <a:xfrm>
                <a:off x="6828772" y="1314675"/>
                <a:ext cx="324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19"/>
              <p:cNvSpPr/>
              <p:nvPr/>
            </p:nvSpPr>
            <p:spPr>
              <a:xfrm>
                <a:off x="6879476" y="1314675"/>
                <a:ext cx="315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19"/>
              <p:cNvSpPr/>
              <p:nvPr/>
            </p:nvSpPr>
            <p:spPr>
              <a:xfrm>
                <a:off x="6929223" y="1314675"/>
                <a:ext cx="315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19"/>
              <p:cNvSpPr/>
              <p:nvPr/>
            </p:nvSpPr>
            <p:spPr>
              <a:xfrm>
                <a:off x="6875649" y="1423736"/>
                <a:ext cx="1000682" cy="544349"/>
              </a:xfrm>
              <a:custGeom>
                <a:rect b="b" l="l" r="r" t="t"/>
                <a:pathLst>
                  <a:path extrusionOk="0" h="569" w="1046">
                    <a:moveTo>
                      <a:pt x="1046" y="569"/>
                    </a:moveTo>
                    <a:lnTo>
                      <a:pt x="0" y="569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563"/>
                    </a:lnTo>
                    <a:lnTo>
                      <a:pt x="1046" y="563"/>
                    </a:lnTo>
                    <a:lnTo>
                      <a:pt x="1046" y="56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19"/>
              <p:cNvSpPr/>
              <p:nvPr/>
            </p:nvSpPr>
            <p:spPr>
              <a:xfrm>
                <a:off x="6923483" y="1727959"/>
                <a:ext cx="98400" cy="201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19"/>
              <p:cNvSpPr/>
              <p:nvPr/>
            </p:nvSpPr>
            <p:spPr>
              <a:xfrm>
                <a:off x="7082291" y="1443826"/>
                <a:ext cx="97500" cy="485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19"/>
              <p:cNvSpPr/>
              <p:nvPr/>
            </p:nvSpPr>
            <p:spPr>
              <a:xfrm>
                <a:off x="7241099" y="1562454"/>
                <a:ext cx="97500" cy="3666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224;p19"/>
              <p:cNvSpPr/>
              <p:nvPr/>
            </p:nvSpPr>
            <p:spPr>
              <a:xfrm>
                <a:off x="7398951" y="1626552"/>
                <a:ext cx="98400" cy="302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19"/>
              <p:cNvSpPr/>
              <p:nvPr/>
            </p:nvSpPr>
            <p:spPr>
              <a:xfrm>
                <a:off x="7558715" y="1704042"/>
                <a:ext cx="97500" cy="225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19"/>
              <p:cNvSpPr/>
              <p:nvPr/>
            </p:nvSpPr>
            <p:spPr>
              <a:xfrm>
                <a:off x="7716567" y="1443826"/>
                <a:ext cx="97500" cy="485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19"/>
              <p:cNvSpPr/>
              <p:nvPr/>
            </p:nvSpPr>
            <p:spPr>
              <a:xfrm>
                <a:off x="6923483" y="1992002"/>
                <a:ext cx="984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228;p19"/>
              <p:cNvSpPr/>
              <p:nvPr/>
            </p:nvSpPr>
            <p:spPr>
              <a:xfrm>
                <a:off x="7082291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19"/>
              <p:cNvSpPr/>
              <p:nvPr/>
            </p:nvSpPr>
            <p:spPr>
              <a:xfrm>
                <a:off x="7241099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19"/>
              <p:cNvSpPr/>
              <p:nvPr/>
            </p:nvSpPr>
            <p:spPr>
              <a:xfrm>
                <a:off x="7398951" y="1992002"/>
                <a:ext cx="984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19"/>
              <p:cNvSpPr/>
              <p:nvPr/>
            </p:nvSpPr>
            <p:spPr>
              <a:xfrm>
                <a:off x="7558715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19"/>
              <p:cNvSpPr/>
              <p:nvPr/>
            </p:nvSpPr>
            <p:spPr>
              <a:xfrm>
                <a:off x="7716567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3" name="Google Shape;233;p19"/>
            <p:cNvGrpSpPr/>
            <p:nvPr/>
          </p:nvGrpSpPr>
          <p:grpSpPr>
            <a:xfrm>
              <a:off x="840230" y="4442788"/>
              <a:ext cx="819663" cy="842085"/>
              <a:chOff x="777043" y="2258113"/>
              <a:chExt cx="819663" cy="842085"/>
            </a:xfrm>
          </p:grpSpPr>
          <p:sp>
            <p:nvSpPr>
              <p:cNvPr id="234" name="Google Shape;234;p19"/>
              <p:cNvSpPr/>
              <p:nvPr/>
            </p:nvSpPr>
            <p:spPr>
              <a:xfrm>
                <a:off x="1263102" y="2750450"/>
                <a:ext cx="79814" cy="83402"/>
              </a:xfrm>
              <a:custGeom>
                <a:rect b="b" l="l" r="r" t="t"/>
                <a:pathLst>
                  <a:path extrusionOk="0" h="93" w="89">
                    <a:moveTo>
                      <a:pt x="0" y="0"/>
                    </a:moveTo>
                    <a:lnTo>
                      <a:pt x="89" y="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35" name="Google Shape;235;p19"/>
              <p:cNvCxnSpPr/>
              <p:nvPr/>
            </p:nvCxnSpPr>
            <p:spPr>
              <a:xfrm>
                <a:off x="1263102" y="2750450"/>
                <a:ext cx="79800" cy="831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236" name="Google Shape;236;p19"/>
              <p:cNvSpPr/>
              <p:nvPr/>
            </p:nvSpPr>
            <p:spPr>
              <a:xfrm>
                <a:off x="1247856" y="2735204"/>
                <a:ext cx="111202" cy="112996"/>
              </a:xfrm>
              <a:custGeom>
                <a:rect b="b" l="l" r="r" t="t"/>
                <a:pathLst>
                  <a:path extrusionOk="0" h="126" w="124">
                    <a:moveTo>
                      <a:pt x="89" y="126"/>
                    </a:moveTo>
                    <a:lnTo>
                      <a:pt x="124" y="93"/>
                    </a:lnTo>
                    <a:lnTo>
                      <a:pt x="36" y="0"/>
                    </a:lnTo>
                    <a:lnTo>
                      <a:pt x="0" y="33"/>
                    </a:lnTo>
                    <a:lnTo>
                      <a:pt x="89" y="1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19"/>
              <p:cNvSpPr/>
              <p:nvPr/>
            </p:nvSpPr>
            <p:spPr>
              <a:xfrm>
                <a:off x="1302560" y="2791702"/>
                <a:ext cx="294146" cy="308496"/>
              </a:xfrm>
              <a:custGeom>
                <a:rect b="b" l="l" r="r" t="t"/>
                <a:pathLst>
                  <a:path extrusionOk="0" h="376" w="359">
                    <a:moveTo>
                      <a:pt x="358" y="296"/>
                    </a:moveTo>
                    <a:cubicBezTo>
                      <a:pt x="359" y="306"/>
                      <a:pt x="355" y="316"/>
                      <a:pt x="347" y="323"/>
                    </a:cubicBezTo>
                    <a:cubicBezTo>
                      <a:pt x="321" y="348"/>
                      <a:pt x="321" y="348"/>
                      <a:pt x="321" y="348"/>
                    </a:cubicBezTo>
                    <a:cubicBezTo>
                      <a:pt x="307" y="361"/>
                      <a:pt x="307" y="361"/>
                      <a:pt x="307" y="361"/>
                    </a:cubicBezTo>
                    <a:cubicBezTo>
                      <a:pt x="292" y="376"/>
                      <a:pt x="268" y="375"/>
                      <a:pt x="254" y="359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93" y="3"/>
                      <a:pt x="93" y="3"/>
                      <a:pt x="93" y="3"/>
                    </a:cubicBezTo>
                    <a:cubicBezTo>
                      <a:pt x="347" y="269"/>
                      <a:pt x="347" y="269"/>
                      <a:pt x="347" y="269"/>
                    </a:cubicBezTo>
                    <a:cubicBezTo>
                      <a:pt x="355" y="277"/>
                      <a:pt x="358" y="287"/>
                      <a:pt x="358" y="296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19"/>
              <p:cNvSpPr/>
              <p:nvPr/>
            </p:nvSpPr>
            <p:spPr>
              <a:xfrm>
                <a:off x="1302560" y="2867033"/>
                <a:ext cx="293250" cy="228681"/>
              </a:xfrm>
              <a:custGeom>
                <a:rect b="b" l="l" r="r" t="t"/>
                <a:pathLst>
                  <a:path extrusionOk="0" h="279" w="358">
                    <a:moveTo>
                      <a:pt x="0" y="0"/>
                    </a:moveTo>
                    <a:cubicBezTo>
                      <a:pt x="254" y="267"/>
                      <a:pt x="254" y="267"/>
                      <a:pt x="254" y="267"/>
                    </a:cubicBezTo>
                    <a:cubicBezTo>
                      <a:pt x="261" y="275"/>
                      <a:pt x="272" y="279"/>
                      <a:pt x="282" y="279"/>
                    </a:cubicBezTo>
                    <a:cubicBezTo>
                      <a:pt x="291" y="279"/>
                      <a:pt x="300" y="276"/>
                      <a:pt x="307" y="269"/>
                    </a:cubicBezTo>
                    <a:cubicBezTo>
                      <a:pt x="321" y="256"/>
                      <a:pt x="321" y="256"/>
                      <a:pt x="321" y="256"/>
                    </a:cubicBezTo>
                    <a:cubicBezTo>
                      <a:pt x="347" y="231"/>
                      <a:pt x="347" y="231"/>
                      <a:pt x="347" y="231"/>
                    </a:cubicBezTo>
                    <a:cubicBezTo>
                      <a:pt x="355" y="224"/>
                      <a:pt x="358" y="214"/>
                      <a:pt x="358" y="205"/>
                    </a:cubicBezTo>
                    <a:cubicBezTo>
                      <a:pt x="358" y="205"/>
                      <a:pt x="358" y="204"/>
                      <a:pt x="358" y="204"/>
                    </a:cubicBezTo>
                    <a:cubicBezTo>
                      <a:pt x="358" y="204"/>
                      <a:pt x="358" y="204"/>
                      <a:pt x="358" y="20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19"/>
              <p:cNvSpPr/>
              <p:nvPr/>
            </p:nvSpPr>
            <p:spPr>
              <a:xfrm>
                <a:off x="845199" y="2327166"/>
                <a:ext cx="483367" cy="481576"/>
              </a:xfrm>
              <a:custGeom>
                <a:rect b="b" l="l" r="r" t="t"/>
                <a:pathLst>
                  <a:path extrusionOk="0" h="588" w="589">
                    <a:moveTo>
                      <a:pt x="295" y="0"/>
                    </a:moveTo>
                    <a:cubicBezTo>
                      <a:pt x="293" y="0"/>
                      <a:pt x="291" y="0"/>
                      <a:pt x="290" y="0"/>
                    </a:cubicBezTo>
                    <a:cubicBezTo>
                      <a:pt x="129" y="2"/>
                      <a:pt x="0" y="133"/>
                      <a:pt x="0" y="294"/>
                    </a:cubicBezTo>
                    <a:cubicBezTo>
                      <a:pt x="0" y="334"/>
                      <a:pt x="8" y="373"/>
                      <a:pt x="23" y="408"/>
                    </a:cubicBezTo>
                    <a:cubicBezTo>
                      <a:pt x="37" y="441"/>
                      <a:pt x="56" y="471"/>
                      <a:pt x="81" y="496"/>
                    </a:cubicBezTo>
                    <a:cubicBezTo>
                      <a:pt x="97" y="513"/>
                      <a:pt x="115" y="528"/>
                      <a:pt x="134" y="541"/>
                    </a:cubicBezTo>
                    <a:cubicBezTo>
                      <a:pt x="180" y="571"/>
                      <a:pt x="235" y="588"/>
                      <a:pt x="295" y="588"/>
                    </a:cubicBezTo>
                    <a:cubicBezTo>
                      <a:pt x="309" y="588"/>
                      <a:pt x="323" y="587"/>
                      <a:pt x="337" y="585"/>
                    </a:cubicBezTo>
                    <a:cubicBezTo>
                      <a:pt x="479" y="565"/>
                      <a:pt x="589" y="442"/>
                      <a:pt x="589" y="294"/>
                    </a:cubicBezTo>
                    <a:cubicBezTo>
                      <a:pt x="589" y="267"/>
                      <a:pt x="585" y="241"/>
                      <a:pt x="578" y="216"/>
                    </a:cubicBezTo>
                    <a:cubicBezTo>
                      <a:pt x="559" y="146"/>
                      <a:pt x="515" y="87"/>
                      <a:pt x="457" y="48"/>
                    </a:cubicBezTo>
                    <a:cubicBezTo>
                      <a:pt x="437" y="35"/>
                      <a:pt x="416" y="25"/>
                      <a:pt x="394" y="17"/>
                    </a:cubicBezTo>
                    <a:cubicBezTo>
                      <a:pt x="363" y="6"/>
                      <a:pt x="330" y="0"/>
                      <a:pt x="295" y="0"/>
                    </a:cubicBezTo>
                  </a:path>
                </a:pathLst>
              </a:custGeom>
              <a:solidFill>
                <a:srgbClr val="FDFDFD">
                  <a:alpha val="30196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19"/>
              <p:cNvSpPr/>
              <p:nvPr/>
            </p:nvSpPr>
            <p:spPr>
              <a:xfrm>
                <a:off x="955503" y="2366625"/>
                <a:ext cx="364096" cy="442117"/>
              </a:xfrm>
              <a:custGeom>
                <a:rect b="b" l="l" r="r" t="t"/>
                <a:pathLst>
                  <a:path extrusionOk="0" h="540" w="444">
                    <a:moveTo>
                      <a:pt x="444" y="168"/>
                    </a:moveTo>
                    <a:cubicBezTo>
                      <a:pt x="203" y="537"/>
                      <a:pt x="203" y="537"/>
                      <a:pt x="203" y="537"/>
                    </a:cubicBezTo>
                    <a:cubicBezTo>
                      <a:pt x="189" y="539"/>
                      <a:pt x="175" y="540"/>
                      <a:pt x="161" y="540"/>
                    </a:cubicBezTo>
                    <a:cubicBezTo>
                      <a:pt x="101" y="540"/>
                      <a:pt x="46" y="523"/>
                      <a:pt x="0" y="493"/>
                    </a:cubicBezTo>
                    <a:cubicBezTo>
                      <a:pt x="323" y="0"/>
                      <a:pt x="323" y="0"/>
                      <a:pt x="323" y="0"/>
                    </a:cubicBezTo>
                    <a:cubicBezTo>
                      <a:pt x="381" y="39"/>
                      <a:pt x="425" y="98"/>
                      <a:pt x="444" y="1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19"/>
              <p:cNvSpPr/>
              <p:nvPr/>
            </p:nvSpPr>
            <p:spPr>
              <a:xfrm>
                <a:off x="864031" y="2327166"/>
                <a:ext cx="304011" cy="406246"/>
              </a:xfrm>
              <a:custGeom>
                <a:rect b="b" l="l" r="r" t="t"/>
                <a:pathLst>
                  <a:path extrusionOk="0" h="496" w="371">
                    <a:moveTo>
                      <a:pt x="371" y="17"/>
                    </a:moveTo>
                    <a:cubicBezTo>
                      <a:pt x="58" y="496"/>
                      <a:pt x="58" y="496"/>
                      <a:pt x="58" y="496"/>
                    </a:cubicBezTo>
                    <a:cubicBezTo>
                      <a:pt x="33" y="471"/>
                      <a:pt x="14" y="441"/>
                      <a:pt x="0" y="408"/>
                    </a:cubicBezTo>
                    <a:cubicBezTo>
                      <a:pt x="267" y="0"/>
                      <a:pt x="267" y="0"/>
                      <a:pt x="267" y="0"/>
                    </a:cubicBezTo>
                    <a:cubicBezTo>
                      <a:pt x="268" y="0"/>
                      <a:pt x="270" y="0"/>
                      <a:pt x="272" y="0"/>
                    </a:cubicBezTo>
                    <a:cubicBezTo>
                      <a:pt x="307" y="0"/>
                      <a:pt x="340" y="6"/>
                      <a:pt x="371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19"/>
              <p:cNvSpPr/>
              <p:nvPr/>
            </p:nvSpPr>
            <p:spPr>
              <a:xfrm>
                <a:off x="777043" y="2258113"/>
                <a:ext cx="618783" cy="618783"/>
              </a:xfrm>
              <a:custGeom>
                <a:rect b="b" l="l" r="r" t="t"/>
                <a:pathLst>
                  <a:path extrusionOk="0" h="755" w="755">
                    <a:moveTo>
                      <a:pt x="246" y="683"/>
                    </a:moveTo>
                    <a:cubicBezTo>
                      <a:pt x="414" y="755"/>
                      <a:pt x="609" y="678"/>
                      <a:pt x="682" y="510"/>
                    </a:cubicBezTo>
                    <a:cubicBezTo>
                      <a:pt x="755" y="342"/>
                      <a:pt x="678" y="146"/>
                      <a:pt x="509" y="73"/>
                    </a:cubicBezTo>
                    <a:cubicBezTo>
                      <a:pt x="341" y="0"/>
                      <a:pt x="146" y="78"/>
                      <a:pt x="73" y="246"/>
                    </a:cubicBezTo>
                    <a:cubicBezTo>
                      <a:pt x="0" y="414"/>
                      <a:pt x="77" y="610"/>
                      <a:pt x="246" y="683"/>
                    </a:cubicBezTo>
                    <a:close/>
                    <a:moveTo>
                      <a:pt x="626" y="485"/>
                    </a:moveTo>
                    <a:cubicBezTo>
                      <a:pt x="566" y="622"/>
                      <a:pt x="407" y="685"/>
                      <a:pt x="270" y="626"/>
                    </a:cubicBezTo>
                    <a:cubicBezTo>
                      <a:pt x="133" y="567"/>
                      <a:pt x="70" y="407"/>
                      <a:pt x="129" y="271"/>
                    </a:cubicBezTo>
                    <a:cubicBezTo>
                      <a:pt x="189" y="134"/>
                      <a:pt x="348" y="71"/>
                      <a:pt x="485" y="130"/>
                    </a:cubicBezTo>
                    <a:cubicBezTo>
                      <a:pt x="622" y="189"/>
                      <a:pt x="685" y="349"/>
                      <a:pt x="626" y="48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43" name="Google Shape;243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4" name="Google Shape;244;p19"/>
          <p:cNvSpPr txBox="1"/>
          <p:nvPr>
            <p:ph idx="1" type="subTitle"/>
          </p:nvPr>
        </p:nvSpPr>
        <p:spPr>
          <a:xfrm>
            <a:off x="4989827" y="2704527"/>
            <a:ext cx="3141900" cy="11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19"/>
          <p:cNvSpPr txBox="1"/>
          <p:nvPr>
            <p:ph idx="2" type="subTitle"/>
          </p:nvPr>
        </p:nvSpPr>
        <p:spPr>
          <a:xfrm>
            <a:off x="1012325" y="2704527"/>
            <a:ext cx="3141900" cy="11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19"/>
          <p:cNvSpPr txBox="1"/>
          <p:nvPr>
            <p:ph idx="3" type="subTitle"/>
          </p:nvPr>
        </p:nvSpPr>
        <p:spPr>
          <a:xfrm>
            <a:off x="1012325" y="1962450"/>
            <a:ext cx="31419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/>
        </p:txBody>
      </p:sp>
      <p:sp>
        <p:nvSpPr>
          <p:cNvPr id="247" name="Google Shape;247;p19"/>
          <p:cNvSpPr txBox="1"/>
          <p:nvPr>
            <p:ph idx="4" type="subTitle"/>
          </p:nvPr>
        </p:nvSpPr>
        <p:spPr>
          <a:xfrm>
            <a:off x="4989832" y="1962450"/>
            <a:ext cx="31419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/>
        </p:txBody>
      </p:sp>
      <p:grpSp>
        <p:nvGrpSpPr>
          <p:cNvPr id="248" name="Google Shape;248;p19"/>
          <p:cNvGrpSpPr/>
          <p:nvPr/>
        </p:nvGrpSpPr>
        <p:grpSpPr>
          <a:xfrm>
            <a:off x="1564677" y="-72908"/>
            <a:ext cx="7097556" cy="4838103"/>
            <a:chOff x="1564677" y="-72908"/>
            <a:chExt cx="7097556" cy="4838103"/>
          </a:xfrm>
        </p:grpSpPr>
        <p:sp>
          <p:nvSpPr>
            <p:cNvPr id="249" name="Google Shape;249;p19"/>
            <p:cNvSpPr/>
            <p:nvPr/>
          </p:nvSpPr>
          <p:spPr>
            <a:xfrm>
              <a:off x="1564677" y="4442795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0" name="Google Shape;250;p19"/>
            <p:cNvGrpSpPr/>
            <p:nvPr/>
          </p:nvGrpSpPr>
          <p:grpSpPr>
            <a:xfrm rot="4095745">
              <a:off x="7986209" y="-111497"/>
              <a:ext cx="451777" cy="789064"/>
              <a:chOff x="8579627" y="228750"/>
              <a:chExt cx="451723" cy="788970"/>
            </a:xfrm>
          </p:grpSpPr>
          <p:sp>
            <p:nvSpPr>
              <p:cNvPr id="251" name="Google Shape;251;p19"/>
              <p:cNvSpPr/>
              <p:nvPr/>
            </p:nvSpPr>
            <p:spPr>
              <a:xfrm>
                <a:off x="8579627" y="695320"/>
                <a:ext cx="326675" cy="322400"/>
              </a:xfrm>
              <a:custGeom>
                <a:rect b="b" l="l" r="r" t="t"/>
                <a:pathLst>
                  <a:path extrusionOk="0" h="823" w="835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19"/>
              <p:cNvSpPr/>
              <p:nvPr/>
            </p:nvSpPr>
            <p:spPr>
              <a:xfrm>
                <a:off x="8846775" y="228750"/>
                <a:ext cx="184575" cy="182150"/>
              </a:xfrm>
              <a:custGeom>
                <a:rect b="b" l="l" r="r" t="t"/>
                <a:pathLst>
                  <a:path extrusionOk="0" h="823" w="835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"/>
          <p:cNvSpPr/>
          <p:nvPr>
            <p:ph idx="2" type="pic"/>
          </p:nvPr>
        </p:nvSpPr>
        <p:spPr>
          <a:xfrm>
            <a:off x="1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20"/>
          <p:cNvSpPr txBox="1"/>
          <p:nvPr>
            <p:ph type="title"/>
          </p:nvPr>
        </p:nvSpPr>
        <p:spPr>
          <a:xfrm>
            <a:off x="997050" y="4090650"/>
            <a:ext cx="714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21"/>
          <p:cNvGrpSpPr/>
          <p:nvPr/>
        </p:nvGrpSpPr>
        <p:grpSpPr>
          <a:xfrm>
            <a:off x="-2029214" y="-2389503"/>
            <a:ext cx="12217128" cy="9356582"/>
            <a:chOff x="-2029214" y="-2389503"/>
            <a:chExt cx="12217128" cy="9356582"/>
          </a:xfrm>
        </p:grpSpPr>
        <p:sp>
          <p:nvSpPr>
            <p:cNvPr id="258" name="Google Shape;258;p21"/>
            <p:cNvSpPr/>
            <p:nvPr/>
          </p:nvSpPr>
          <p:spPr>
            <a:xfrm rot="7128936">
              <a:off x="-1270089" y="1442769"/>
              <a:ext cx="5631417" cy="4125872"/>
            </a:xfrm>
            <a:custGeom>
              <a:rect b="b" l="l" r="r" t="t"/>
              <a:pathLst>
                <a:path extrusionOk="0" h="397857" w="616186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1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21"/>
            <p:cNvSpPr/>
            <p:nvPr/>
          </p:nvSpPr>
          <p:spPr>
            <a:xfrm rot="-8306489">
              <a:off x="6312332" y="-1616947"/>
              <a:ext cx="3381355" cy="2773073"/>
            </a:xfrm>
            <a:custGeom>
              <a:rect b="b" l="l" r="r" t="t"/>
              <a:pathLst>
                <a:path extrusionOk="0" h="1345239" w="1640321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1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21"/>
            <p:cNvSpPr/>
            <p:nvPr/>
          </p:nvSpPr>
          <p:spPr>
            <a:xfrm rot="-2526298">
              <a:off x="-1524420" y="-1666024"/>
              <a:ext cx="3213799" cy="2742785"/>
            </a:xfrm>
            <a:custGeom>
              <a:rect b="b" l="l" r="r" t="t"/>
              <a:pathLst>
                <a:path extrusionOk="0" h="1263926" w="1480978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p21"/>
          <p:cNvSpPr txBox="1"/>
          <p:nvPr>
            <p:ph hasCustomPrompt="1" type="title"/>
          </p:nvPr>
        </p:nvSpPr>
        <p:spPr>
          <a:xfrm>
            <a:off x="5302675" y="2703800"/>
            <a:ext cx="3128100" cy="107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62" name="Google Shape;262;p21"/>
          <p:cNvSpPr txBox="1"/>
          <p:nvPr>
            <p:ph idx="1" type="subTitle"/>
          </p:nvPr>
        </p:nvSpPr>
        <p:spPr>
          <a:xfrm>
            <a:off x="5302675" y="3673475"/>
            <a:ext cx="31281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65" name="Google Shape;265;p22"/>
          <p:cNvGrpSpPr/>
          <p:nvPr/>
        </p:nvGrpSpPr>
        <p:grpSpPr>
          <a:xfrm>
            <a:off x="-1067442" y="-2235586"/>
            <a:ext cx="11334363" cy="8364590"/>
            <a:chOff x="-1067442" y="-2235586"/>
            <a:chExt cx="11334363" cy="8364590"/>
          </a:xfrm>
        </p:grpSpPr>
        <p:sp>
          <p:nvSpPr>
            <p:cNvPr id="266" name="Google Shape;266;p22"/>
            <p:cNvSpPr/>
            <p:nvPr/>
          </p:nvSpPr>
          <p:spPr>
            <a:xfrm rot="-9487761">
              <a:off x="6826194" y="-1745977"/>
              <a:ext cx="3098926" cy="2433851"/>
            </a:xfrm>
            <a:custGeom>
              <a:rect b="b" l="l" r="r" t="t"/>
              <a:pathLst>
                <a:path extrusionOk="0" h="3197" w="4074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16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22"/>
            <p:cNvSpPr/>
            <p:nvPr/>
          </p:nvSpPr>
          <p:spPr>
            <a:xfrm flipH="1" rot="-9880295">
              <a:off x="-863626" y="4019806"/>
              <a:ext cx="2249342" cy="1844701"/>
            </a:xfrm>
            <a:custGeom>
              <a:rect b="b" l="l" r="r" t="t"/>
              <a:pathLst>
                <a:path extrusionOk="0" h="1345239" w="1640321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8" name="Google Shape;268;p22"/>
          <p:cNvGrpSpPr/>
          <p:nvPr/>
        </p:nvGrpSpPr>
        <p:grpSpPr>
          <a:xfrm>
            <a:off x="464702" y="228750"/>
            <a:ext cx="8566648" cy="4346120"/>
            <a:chOff x="464702" y="228750"/>
            <a:chExt cx="8566648" cy="4346120"/>
          </a:xfrm>
        </p:grpSpPr>
        <p:sp>
          <p:nvSpPr>
            <p:cNvPr id="269" name="Google Shape;269;p22"/>
            <p:cNvSpPr/>
            <p:nvPr/>
          </p:nvSpPr>
          <p:spPr>
            <a:xfrm>
              <a:off x="464702" y="4252470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22"/>
            <p:cNvSpPr/>
            <p:nvPr/>
          </p:nvSpPr>
          <p:spPr>
            <a:xfrm>
              <a:off x="8579627" y="695320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22"/>
            <p:cNvSpPr/>
            <p:nvPr/>
          </p:nvSpPr>
          <p:spPr>
            <a:xfrm>
              <a:off x="8846775" y="228750"/>
              <a:ext cx="184575" cy="18215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2" name="Google Shape;272;p22"/>
          <p:cNvGrpSpPr/>
          <p:nvPr/>
        </p:nvGrpSpPr>
        <p:grpSpPr>
          <a:xfrm>
            <a:off x="-367865" y="3675387"/>
            <a:ext cx="1793864" cy="1346198"/>
            <a:chOff x="-367865" y="3675387"/>
            <a:chExt cx="1793864" cy="1346198"/>
          </a:xfrm>
        </p:grpSpPr>
        <p:grpSp>
          <p:nvGrpSpPr>
            <p:cNvPr id="273" name="Google Shape;273;p22"/>
            <p:cNvGrpSpPr/>
            <p:nvPr/>
          </p:nvGrpSpPr>
          <p:grpSpPr>
            <a:xfrm>
              <a:off x="791375" y="4574865"/>
              <a:ext cx="634624" cy="446720"/>
              <a:chOff x="3622711" y="1331469"/>
              <a:chExt cx="959226" cy="675313"/>
            </a:xfrm>
          </p:grpSpPr>
          <p:sp>
            <p:nvSpPr>
              <p:cNvPr id="274" name="Google Shape;274;p22"/>
              <p:cNvSpPr/>
              <p:nvPr/>
            </p:nvSpPr>
            <p:spPr>
              <a:xfrm>
                <a:off x="3622711" y="1331469"/>
                <a:ext cx="959226" cy="675313"/>
              </a:xfrm>
              <a:custGeom>
                <a:rect b="b" l="l" r="r" t="t"/>
                <a:pathLst>
                  <a:path extrusionOk="0" h="365" w="517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22"/>
              <p:cNvSpPr/>
              <p:nvPr/>
            </p:nvSpPr>
            <p:spPr>
              <a:xfrm>
                <a:off x="3728165" y="1367972"/>
                <a:ext cx="750345" cy="332586"/>
              </a:xfrm>
              <a:custGeom>
                <a:rect b="b" l="l" r="r" t="t"/>
                <a:pathLst>
                  <a:path extrusionOk="0" h="164" w="37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3963408" y="1513985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4083059" y="1597131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4208792" y="144503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22"/>
              <p:cNvSpPr/>
              <p:nvPr/>
            </p:nvSpPr>
            <p:spPr>
              <a:xfrm>
                <a:off x="4332497" y="1516013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22"/>
              <p:cNvSpPr/>
              <p:nvPr/>
            </p:nvSpPr>
            <p:spPr>
              <a:xfrm>
                <a:off x="4458231" y="1351748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3709914" y="167825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3701802" y="1765453"/>
                <a:ext cx="66923" cy="152098"/>
              </a:xfrm>
              <a:custGeom>
                <a:rect b="b" l="l" r="r" t="t"/>
                <a:pathLst>
                  <a:path extrusionOk="0" h="83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22"/>
              <p:cNvSpPr/>
              <p:nvPr/>
            </p:nvSpPr>
            <p:spPr>
              <a:xfrm>
                <a:off x="3825507" y="1694474"/>
                <a:ext cx="66923" cy="223076"/>
              </a:xfrm>
              <a:custGeom>
                <a:rect b="b" l="l" r="r" t="t"/>
                <a:pathLst>
                  <a:path extrusionOk="0" h="121" w="36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22"/>
              <p:cNvSpPr/>
              <p:nvPr/>
            </p:nvSpPr>
            <p:spPr>
              <a:xfrm>
                <a:off x="3947185" y="1621467"/>
                <a:ext cx="66923" cy="296083"/>
              </a:xfrm>
              <a:custGeom>
                <a:rect b="b" l="l" r="r" t="t"/>
                <a:pathLst>
                  <a:path extrusionOk="0" h="160" w="36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22"/>
              <p:cNvSpPr/>
              <p:nvPr/>
            </p:nvSpPr>
            <p:spPr>
              <a:xfrm>
                <a:off x="4072918" y="1678250"/>
                <a:ext cx="64895" cy="239300"/>
              </a:xfrm>
              <a:custGeom>
                <a:rect b="b" l="l" r="r" t="t"/>
                <a:pathLst>
                  <a:path extrusionOk="0" h="129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22"/>
              <p:cNvSpPr/>
              <p:nvPr/>
            </p:nvSpPr>
            <p:spPr>
              <a:xfrm>
                <a:off x="4196624" y="1548460"/>
                <a:ext cx="66923" cy="369089"/>
              </a:xfrm>
              <a:custGeom>
                <a:rect b="b" l="l" r="r" t="t"/>
                <a:pathLst>
                  <a:path extrusionOk="0" h="199" w="36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22"/>
              <p:cNvSpPr/>
              <p:nvPr/>
            </p:nvSpPr>
            <p:spPr>
              <a:xfrm>
                <a:off x="4318302" y="1609299"/>
                <a:ext cx="66923" cy="308250"/>
              </a:xfrm>
              <a:custGeom>
                <a:rect b="b" l="l" r="r" t="t"/>
                <a:pathLst>
                  <a:path extrusionOk="0" h="167" w="36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22"/>
              <p:cNvSpPr/>
              <p:nvPr/>
            </p:nvSpPr>
            <p:spPr>
              <a:xfrm>
                <a:off x="4442007" y="1459230"/>
                <a:ext cx="66923" cy="458319"/>
              </a:xfrm>
              <a:custGeom>
                <a:rect b="b" l="l" r="r" t="t"/>
                <a:pathLst>
                  <a:path extrusionOk="0" h="248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9" name="Google Shape;289;p22"/>
            <p:cNvGrpSpPr/>
            <p:nvPr/>
          </p:nvGrpSpPr>
          <p:grpSpPr>
            <a:xfrm>
              <a:off x="-367865" y="3675387"/>
              <a:ext cx="676370" cy="1142271"/>
              <a:chOff x="2757910" y="1240337"/>
              <a:chExt cx="676370" cy="1142271"/>
            </a:xfrm>
          </p:grpSpPr>
          <p:sp>
            <p:nvSpPr>
              <p:cNvPr id="290" name="Google Shape;290;p22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rect b="b" l="l" r="r" t="t"/>
                <a:pathLst>
                  <a:path extrusionOk="0" h="996" w="774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22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rect b="b" l="l" r="r" t="t"/>
                <a:pathLst>
                  <a:path extrusionOk="0" h="238" w="335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22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rect b="b" l="l" r="r" t="t"/>
                <a:pathLst>
                  <a:path extrusionOk="0" h="422" w="369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22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rect b="b" l="l" r="r" t="t"/>
                <a:pathLst>
                  <a:path extrusionOk="0" h="369" w="348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22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rect b="b" l="l" r="r" t="t"/>
                <a:pathLst>
                  <a:path extrusionOk="0" h="46" w="45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22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rect b="b" l="l" r="r" t="t"/>
                <a:pathLst>
                  <a:path extrusionOk="0" h="47" w="45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22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rect b="b" l="l" r="r" t="t"/>
                <a:pathLst>
                  <a:path extrusionOk="0" h="46" w="45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22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rect b="b" l="l" r="r" t="t"/>
                <a:pathLst>
                  <a:path extrusionOk="0" h="87" w="17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00" name="Google Shape;300;p23"/>
          <p:cNvGrpSpPr/>
          <p:nvPr/>
        </p:nvGrpSpPr>
        <p:grpSpPr>
          <a:xfrm>
            <a:off x="-856733" y="-2184897"/>
            <a:ext cx="11910513" cy="8379759"/>
            <a:chOff x="-856733" y="-2184897"/>
            <a:chExt cx="11910513" cy="8379759"/>
          </a:xfrm>
        </p:grpSpPr>
        <p:sp>
          <p:nvSpPr>
            <p:cNvPr id="301" name="Google Shape;301;p23"/>
            <p:cNvSpPr/>
            <p:nvPr/>
          </p:nvSpPr>
          <p:spPr>
            <a:xfrm rot="-7341459">
              <a:off x="7305126" y="-1367050"/>
              <a:ext cx="3409980" cy="2678150"/>
            </a:xfrm>
            <a:custGeom>
              <a:rect b="b" l="l" r="r" t="t"/>
              <a:pathLst>
                <a:path extrusionOk="0" h="3197" w="4074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16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23"/>
            <p:cNvSpPr/>
            <p:nvPr/>
          </p:nvSpPr>
          <p:spPr>
            <a:xfrm flipH="1" rot="-10245665">
              <a:off x="-723336" y="4183034"/>
              <a:ext cx="2247692" cy="1843349"/>
            </a:xfrm>
            <a:custGeom>
              <a:rect b="b" l="l" r="r" t="t"/>
              <a:pathLst>
                <a:path extrusionOk="0" h="1345239" w="1640321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3" name="Google Shape;303;p23"/>
          <p:cNvGrpSpPr/>
          <p:nvPr/>
        </p:nvGrpSpPr>
        <p:grpSpPr>
          <a:xfrm>
            <a:off x="262777" y="161945"/>
            <a:ext cx="7433887" cy="4873205"/>
            <a:chOff x="262777" y="161945"/>
            <a:chExt cx="7433887" cy="4873205"/>
          </a:xfrm>
        </p:grpSpPr>
        <p:sp>
          <p:nvSpPr>
            <p:cNvPr id="304" name="Google Shape;304;p23"/>
            <p:cNvSpPr/>
            <p:nvPr/>
          </p:nvSpPr>
          <p:spPr>
            <a:xfrm>
              <a:off x="7369989" y="161945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23"/>
            <p:cNvSpPr/>
            <p:nvPr/>
          </p:nvSpPr>
          <p:spPr>
            <a:xfrm>
              <a:off x="262777" y="4140095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23"/>
            <p:cNvSpPr/>
            <p:nvPr/>
          </p:nvSpPr>
          <p:spPr>
            <a:xfrm>
              <a:off x="811063" y="4853000"/>
              <a:ext cx="184575" cy="18215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7" name="Google Shape;307;p23"/>
          <p:cNvGrpSpPr/>
          <p:nvPr/>
        </p:nvGrpSpPr>
        <p:grpSpPr>
          <a:xfrm>
            <a:off x="7886574" y="231922"/>
            <a:ext cx="1018095" cy="1211384"/>
            <a:chOff x="7886574" y="231922"/>
            <a:chExt cx="1018095" cy="1211384"/>
          </a:xfrm>
        </p:grpSpPr>
        <p:grpSp>
          <p:nvGrpSpPr>
            <p:cNvPr id="308" name="Google Shape;308;p23"/>
            <p:cNvGrpSpPr/>
            <p:nvPr/>
          </p:nvGrpSpPr>
          <p:grpSpPr>
            <a:xfrm>
              <a:off x="8496964" y="1054809"/>
              <a:ext cx="407705" cy="388497"/>
              <a:chOff x="2884583" y="645291"/>
              <a:chExt cx="285088" cy="271695"/>
            </a:xfrm>
          </p:grpSpPr>
          <p:sp>
            <p:nvSpPr>
              <p:cNvPr id="309" name="Google Shape;309;p23"/>
              <p:cNvSpPr/>
              <p:nvPr/>
            </p:nvSpPr>
            <p:spPr>
              <a:xfrm>
                <a:off x="2905629" y="652944"/>
                <a:ext cx="264042" cy="264042"/>
              </a:xfrm>
              <a:custGeom>
                <a:rect b="b" l="l" r="r" t="t"/>
                <a:pathLst>
                  <a:path extrusionOk="0" h="301" w="302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23"/>
              <p:cNvSpPr/>
              <p:nvPr/>
            </p:nvSpPr>
            <p:spPr>
              <a:xfrm>
                <a:off x="2884583" y="645291"/>
                <a:ext cx="130108" cy="123412"/>
              </a:xfrm>
              <a:custGeom>
                <a:rect b="b" l="l" r="r" t="t"/>
                <a:pathLst>
                  <a:path extrusionOk="0" h="141" w="149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1" name="Google Shape;311;p23"/>
            <p:cNvGrpSpPr/>
            <p:nvPr/>
          </p:nvGrpSpPr>
          <p:grpSpPr>
            <a:xfrm>
              <a:off x="7886574" y="231922"/>
              <a:ext cx="951900" cy="615156"/>
              <a:chOff x="4838012" y="1361547"/>
              <a:chExt cx="951900" cy="615156"/>
            </a:xfrm>
          </p:grpSpPr>
          <p:sp>
            <p:nvSpPr>
              <p:cNvPr id="312" name="Google Shape;312;p23"/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p23"/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rect b="b" l="l" r="r" t="t"/>
                <a:pathLst>
                  <a:path extrusionOk="0" h="67" w="1089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23"/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" name="Google Shape;315;p23"/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23"/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" name="Google Shape;317;p23"/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318;p23"/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rect b="b" l="l" r="r" t="t"/>
                <a:pathLst>
                  <a:path extrusionOk="0" h="343" w="342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23"/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rect b="b" l="l" r="r" t="t"/>
                <a:pathLst>
                  <a:path extrusionOk="0" h="338" w="342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23"/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rect b="b" l="l" r="r" t="t"/>
                <a:pathLst>
                  <a:path extrusionOk="0" h="163" w="171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23"/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23"/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23"/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23"/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23"/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23"/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23"/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23"/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23"/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23"/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33" name="Google Shape;333;p24"/>
          <p:cNvGrpSpPr/>
          <p:nvPr/>
        </p:nvGrpSpPr>
        <p:grpSpPr>
          <a:xfrm>
            <a:off x="-2517949" y="-1893566"/>
            <a:ext cx="12903984" cy="8553762"/>
            <a:chOff x="-2517949" y="-1893566"/>
            <a:chExt cx="12903984" cy="8553762"/>
          </a:xfrm>
        </p:grpSpPr>
        <p:sp>
          <p:nvSpPr>
            <p:cNvPr id="334" name="Google Shape;334;p24"/>
            <p:cNvSpPr/>
            <p:nvPr/>
          </p:nvSpPr>
          <p:spPr>
            <a:xfrm rot="-8720805">
              <a:off x="-2100858" y="-1228400"/>
              <a:ext cx="3098928" cy="2433846"/>
            </a:xfrm>
            <a:custGeom>
              <a:rect b="b" l="l" r="r" t="t"/>
              <a:pathLst>
                <a:path extrusionOk="0" h="3197" w="4074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24"/>
            <p:cNvSpPr/>
            <p:nvPr/>
          </p:nvSpPr>
          <p:spPr>
            <a:xfrm flipH="1" rot="6952720">
              <a:off x="7556640" y="3956446"/>
              <a:ext cx="2602540" cy="2134362"/>
            </a:xfrm>
            <a:custGeom>
              <a:rect b="b" l="l" r="r" t="t"/>
              <a:pathLst>
                <a:path extrusionOk="0" h="1345239" w="1640321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1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6" name="Google Shape;336;p24"/>
          <p:cNvGrpSpPr/>
          <p:nvPr/>
        </p:nvGrpSpPr>
        <p:grpSpPr>
          <a:xfrm>
            <a:off x="118988" y="131820"/>
            <a:ext cx="8902251" cy="3784750"/>
            <a:chOff x="118988" y="131820"/>
            <a:chExt cx="8902251" cy="3784750"/>
          </a:xfrm>
        </p:grpSpPr>
        <p:sp>
          <p:nvSpPr>
            <p:cNvPr id="337" name="Google Shape;337;p24"/>
            <p:cNvSpPr/>
            <p:nvPr/>
          </p:nvSpPr>
          <p:spPr>
            <a:xfrm>
              <a:off x="8694564" y="3594170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24"/>
            <p:cNvSpPr/>
            <p:nvPr/>
          </p:nvSpPr>
          <p:spPr>
            <a:xfrm>
              <a:off x="549877" y="131820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24"/>
            <p:cNvSpPr/>
            <p:nvPr/>
          </p:nvSpPr>
          <p:spPr>
            <a:xfrm>
              <a:off x="118988" y="666800"/>
              <a:ext cx="184575" cy="18215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0" name="Google Shape;340;p24"/>
          <p:cNvGrpSpPr/>
          <p:nvPr/>
        </p:nvGrpSpPr>
        <p:grpSpPr>
          <a:xfrm>
            <a:off x="7778168" y="3892387"/>
            <a:ext cx="1513295" cy="1423688"/>
            <a:chOff x="7778168" y="3892387"/>
            <a:chExt cx="1513295" cy="1423688"/>
          </a:xfrm>
        </p:grpSpPr>
        <p:sp>
          <p:nvSpPr>
            <p:cNvPr id="341" name="Google Shape;341;p24"/>
            <p:cNvSpPr/>
            <p:nvPr/>
          </p:nvSpPr>
          <p:spPr>
            <a:xfrm>
              <a:off x="7778168" y="4557704"/>
              <a:ext cx="259260" cy="427635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2" name="Google Shape;342;p24"/>
            <p:cNvGrpSpPr/>
            <p:nvPr/>
          </p:nvGrpSpPr>
          <p:grpSpPr>
            <a:xfrm rot="-1568729">
              <a:off x="8162195" y="4038923"/>
              <a:ext cx="927622" cy="1130616"/>
              <a:chOff x="3622704" y="2258128"/>
              <a:chExt cx="751947" cy="916497"/>
            </a:xfrm>
          </p:grpSpPr>
          <p:sp>
            <p:nvSpPr>
              <p:cNvPr id="343" name="Google Shape;343;p24"/>
              <p:cNvSpPr/>
              <p:nvPr/>
            </p:nvSpPr>
            <p:spPr>
              <a:xfrm>
                <a:off x="3622704" y="2258128"/>
                <a:ext cx="751947" cy="916497"/>
              </a:xfrm>
              <a:custGeom>
                <a:rect b="b" l="l" r="r" t="t"/>
                <a:pathLst>
                  <a:path extrusionOk="0" h="958" w="786">
                    <a:moveTo>
                      <a:pt x="637" y="958"/>
                    </a:moveTo>
                    <a:lnTo>
                      <a:pt x="0" y="847"/>
                    </a:lnTo>
                    <a:lnTo>
                      <a:pt x="149" y="0"/>
                    </a:lnTo>
                    <a:lnTo>
                      <a:pt x="786" y="112"/>
                    </a:lnTo>
                    <a:lnTo>
                      <a:pt x="637" y="95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" name="Google Shape;344;p24"/>
              <p:cNvSpPr/>
              <p:nvPr/>
            </p:nvSpPr>
            <p:spPr>
              <a:xfrm>
                <a:off x="3689671" y="2305962"/>
                <a:ext cx="617100" cy="822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" name="Google Shape;345;p24"/>
              <p:cNvSpPr/>
              <p:nvPr/>
            </p:nvSpPr>
            <p:spPr>
              <a:xfrm>
                <a:off x="3739418" y="2649409"/>
                <a:ext cx="5349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24"/>
              <p:cNvSpPr/>
              <p:nvPr/>
            </p:nvSpPr>
            <p:spPr>
              <a:xfrm>
                <a:off x="3739418" y="2693416"/>
                <a:ext cx="5349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24"/>
              <p:cNvSpPr/>
              <p:nvPr/>
            </p:nvSpPr>
            <p:spPr>
              <a:xfrm>
                <a:off x="3739418" y="2736466"/>
                <a:ext cx="5349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24"/>
              <p:cNvSpPr/>
              <p:nvPr/>
            </p:nvSpPr>
            <p:spPr>
              <a:xfrm>
                <a:off x="3739418" y="2780473"/>
                <a:ext cx="3090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24"/>
              <p:cNvSpPr/>
              <p:nvPr/>
            </p:nvSpPr>
            <p:spPr>
              <a:xfrm>
                <a:off x="3739418" y="2824481"/>
                <a:ext cx="3090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24"/>
              <p:cNvSpPr/>
              <p:nvPr/>
            </p:nvSpPr>
            <p:spPr>
              <a:xfrm>
                <a:off x="3737505" y="2387280"/>
                <a:ext cx="204600" cy="204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" name="Google Shape;351;p24"/>
              <p:cNvSpPr/>
              <p:nvPr/>
            </p:nvSpPr>
            <p:spPr>
              <a:xfrm>
                <a:off x="3726981" y="2377713"/>
                <a:ext cx="224819" cy="223862"/>
              </a:xfrm>
              <a:custGeom>
                <a:rect b="b" l="l" r="r" t="t"/>
                <a:pathLst>
                  <a:path extrusionOk="0" h="257" w="257">
                    <a:moveTo>
                      <a:pt x="129" y="257"/>
                    </a:moveTo>
                    <a:cubicBezTo>
                      <a:pt x="58" y="257"/>
                      <a:pt x="0" y="199"/>
                      <a:pt x="0" y="128"/>
                    </a:cubicBezTo>
                    <a:cubicBezTo>
                      <a:pt x="0" y="58"/>
                      <a:pt x="58" y="0"/>
                      <a:pt x="129" y="0"/>
                    </a:cubicBezTo>
                    <a:cubicBezTo>
                      <a:pt x="200" y="0"/>
                      <a:pt x="257" y="58"/>
                      <a:pt x="257" y="128"/>
                    </a:cubicBezTo>
                    <a:cubicBezTo>
                      <a:pt x="257" y="135"/>
                      <a:pt x="252" y="140"/>
                      <a:pt x="246" y="140"/>
                    </a:cubicBezTo>
                    <a:cubicBezTo>
                      <a:pt x="240" y="140"/>
                      <a:pt x="234" y="135"/>
                      <a:pt x="234" y="128"/>
                    </a:cubicBezTo>
                    <a:cubicBezTo>
                      <a:pt x="234" y="70"/>
                      <a:pt x="187" y="23"/>
                      <a:pt x="129" y="23"/>
                    </a:cubicBezTo>
                    <a:cubicBezTo>
                      <a:pt x="71" y="23"/>
                      <a:pt x="23" y="70"/>
                      <a:pt x="23" y="128"/>
                    </a:cubicBezTo>
                    <a:cubicBezTo>
                      <a:pt x="23" y="187"/>
                      <a:pt x="71" y="234"/>
                      <a:pt x="129" y="234"/>
                    </a:cubicBezTo>
                    <a:cubicBezTo>
                      <a:pt x="135" y="234"/>
                      <a:pt x="140" y="239"/>
                      <a:pt x="140" y="245"/>
                    </a:cubicBezTo>
                    <a:cubicBezTo>
                      <a:pt x="140" y="252"/>
                      <a:pt x="135" y="257"/>
                      <a:pt x="129" y="25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24"/>
              <p:cNvSpPr/>
              <p:nvPr/>
            </p:nvSpPr>
            <p:spPr>
              <a:xfrm>
                <a:off x="3774815" y="2425547"/>
                <a:ext cx="130200" cy="12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24"/>
              <p:cNvSpPr/>
              <p:nvPr/>
            </p:nvSpPr>
            <p:spPr>
              <a:xfrm>
                <a:off x="3977630" y="2377713"/>
                <a:ext cx="2964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24"/>
              <p:cNvSpPr/>
              <p:nvPr/>
            </p:nvSpPr>
            <p:spPr>
              <a:xfrm>
                <a:off x="3977630" y="2421720"/>
                <a:ext cx="2964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" name="Google Shape;355;p24"/>
              <p:cNvSpPr/>
              <p:nvPr/>
            </p:nvSpPr>
            <p:spPr>
              <a:xfrm>
                <a:off x="3977630" y="2465727"/>
                <a:ext cx="2964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24"/>
              <p:cNvSpPr/>
              <p:nvPr/>
            </p:nvSpPr>
            <p:spPr>
              <a:xfrm>
                <a:off x="3977630" y="2509734"/>
                <a:ext cx="2133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24"/>
              <p:cNvSpPr/>
              <p:nvPr/>
            </p:nvSpPr>
            <p:spPr>
              <a:xfrm>
                <a:off x="3977630" y="2554698"/>
                <a:ext cx="2133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24"/>
              <p:cNvSpPr/>
              <p:nvPr/>
            </p:nvSpPr>
            <p:spPr>
              <a:xfrm>
                <a:off x="3850392" y="2884751"/>
                <a:ext cx="1158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" name="Google Shape;359;p24"/>
              <p:cNvSpPr/>
              <p:nvPr/>
            </p:nvSpPr>
            <p:spPr>
              <a:xfrm>
                <a:off x="3850392" y="2908668"/>
                <a:ext cx="1158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p24"/>
              <p:cNvSpPr/>
              <p:nvPr/>
            </p:nvSpPr>
            <p:spPr>
              <a:xfrm>
                <a:off x="3850392" y="2932585"/>
                <a:ext cx="831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24"/>
              <p:cNvSpPr/>
              <p:nvPr/>
            </p:nvSpPr>
            <p:spPr>
              <a:xfrm>
                <a:off x="3739418" y="2884751"/>
                <a:ext cx="79500" cy="7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24"/>
              <p:cNvSpPr/>
              <p:nvPr/>
            </p:nvSpPr>
            <p:spPr>
              <a:xfrm>
                <a:off x="4159398" y="2884751"/>
                <a:ext cx="1149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24"/>
              <p:cNvSpPr/>
              <p:nvPr/>
            </p:nvSpPr>
            <p:spPr>
              <a:xfrm>
                <a:off x="4159398" y="2908668"/>
                <a:ext cx="1149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24"/>
              <p:cNvSpPr/>
              <p:nvPr/>
            </p:nvSpPr>
            <p:spPr>
              <a:xfrm>
                <a:off x="4159398" y="2932585"/>
                <a:ext cx="831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24"/>
              <p:cNvSpPr/>
              <p:nvPr/>
            </p:nvSpPr>
            <p:spPr>
              <a:xfrm>
                <a:off x="4048424" y="2884751"/>
                <a:ext cx="79500" cy="79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24"/>
              <p:cNvSpPr/>
              <p:nvPr/>
            </p:nvSpPr>
            <p:spPr>
              <a:xfrm>
                <a:off x="3850392" y="2996682"/>
                <a:ext cx="1158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24"/>
              <p:cNvSpPr/>
              <p:nvPr/>
            </p:nvSpPr>
            <p:spPr>
              <a:xfrm>
                <a:off x="3850392" y="3020599"/>
                <a:ext cx="1158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24"/>
              <p:cNvSpPr/>
              <p:nvPr/>
            </p:nvSpPr>
            <p:spPr>
              <a:xfrm>
                <a:off x="3850392" y="3045473"/>
                <a:ext cx="83100" cy="6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24"/>
              <p:cNvSpPr/>
              <p:nvPr/>
            </p:nvSpPr>
            <p:spPr>
              <a:xfrm>
                <a:off x="3739418" y="2996682"/>
                <a:ext cx="79500" cy="79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24"/>
              <p:cNvSpPr/>
              <p:nvPr/>
            </p:nvSpPr>
            <p:spPr>
              <a:xfrm>
                <a:off x="4159398" y="2996682"/>
                <a:ext cx="1149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24"/>
              <p:cNvSpPr/>
              <p:nvPr/>
            </p:nvSpPr>
            <p:spPr>
              <a:xfrm>
                <a:off x="4159398" y="3020599"/>
                <a:ext cx="1149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24"/>
              <p:cNvSpPr/>
              <p:nvPr/>
            </p:nvSpPr>
            <p:spPr>
              <a:xfrm>
                <a:off x="4159398" y="3045473"/>
                <a:ext cx="83100" cy="6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" name="Google Shape;373;p24"/>
              <p:cNvSpPr/>
              <p:nvPr/>
            </p:nvSpPr>
            <p:spPr>
              <a:xfrm>
                <a:off x="4048424" y="2996682"/>
                <a:ext cx="79500" cy="79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76" name="Google Shape;376;p25"/>
          <p:cNvGrpSpPr/>
          <p:nvPr/>
        </p:nvGrpSpPr>
        <p:grpSpPr>
          <a:xfrm>
            <a:off x="-2180388" y="-2351673"/>
            <a:ext cx="12725620" cy="9332027"/>
            <a:chOff x="-2180388" y="-2351673"/>
            <a:chExt cx="12725620" cy="9332027"/>
          </a:xfrm>
        </p:grpSpPr>
        <p:sp>
          <p:nvSpPr>
            <p:cNvPr id="377" name="Google Shape;377;p25"/>
            <p:cNvSpPr/>
            <p:nvPr/>
          </p:nvSpPr>
          <p:spPr>
            <a:xfrm rot="3702647">
              <a:off x="-1898200" y="-1554774"/>
              <a:ext cx="3409976" cy="2678147"/>
            </a:xfrm>
            <a:custGeom>
              <a:rect b="b" l="l" r="r" t="t"/>
              <a:pathLst>
                <a:path extrusionOk="0" h="3197" w="4074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16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25"/>
            <p:cNvSpPr/>
            <p:nvPr/>
          </p:nvSpPr>
          <p:spPr>
            <a:xfrm flipH="1" rot="6417430">
              <a:off x="7465596" y="3990147"/>
              <a:ext cx="2966740" cy="2433045"/>
            </a:xfrm>
            <a:custGeom>
              <a:rect b="b" l="l" r="r" t="t"/>
              <a:pathLst>
                <a:path extrusionOk="0" h="1345239" w="1640321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9" name="Google Shape;379;p25"/>
          <p:cNvGrpSpPr/>
          <p:nvPr/>
        </p:nvGrpSpPr>
        <p:grpSpPr>
          <a:xfrm>
            <a:off x="202002" y="232075"/>
            <a:ext cx="8988910" cy="4783029"/>
            <a:chOff x="202002" y="232075"/>
            <a:chExt cx="8988910" cy="4783029"/>
          </a:xfrm>
        </p:grpSpPr>
        <p:grpSp>
          <p:nvGrpSpPr>
            <p:cNvPr id="380" name="Google Shape;380;p25"/>
            <p:cNvGrpSpPr/>
            <p:nvPr/>
          </p:nvGrpSpPr>
          <p:grpSpPr>
            <a:xfrm flipH="1">
              <a:off x="8602421" y="3830071"/>
              <a:ext cx="588491" cy="951052"/>
              <a:chOff x="1062996" y="1340396"/>
              <a:chExt cx="588491" cy="951052"/>
            </a:xfrm>
          </p:grpSpPr>
          <p:sp>
            <p:nvSpPr>
              <p:cNvPr id="381" name="Google Shape;381;p25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rect b="b" l="l" r="r" t="t"/>
                <a:pathLst>
                  <a:path extrusionOk="0" h="487" w="313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25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rect b="b" l="l" r="r" t="t"/>
                <a:pathLst>
                  <a:path extrusionOk="0" h="141" w="115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" name="Google Shape;383;p25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rect b="b" l="l" r="r" t="t"/>
                <a:pathLst>
                  <a:path extrusionOk="0" h="20" w="18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" name="Google Shape;384;p25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rect b="b" l="l" r="r" t="t"/>
                <a:pathLst>
                  <a:path extrusionOk="0" h="64" w="59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25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rect b="b" l="l" r="r" t="t"/>
                <a:pathLst>
                  <a:path extrusionOk="0" h="220" w="93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" name="Google Shape;386;p25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rect b="b" l="l" r="r" t="t"/>
                <a:pathLst>
                  <a:path extrusionOk="0" h="71" w="85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7" name="Google Shape;387;p25"/>
            <p:cNvGrpSpPr/>
            <p:nvPr/>
          </p:nvGrpSpPr>
          <p:grpSpPr>
            <a:xfrm>
              <a:off x="202002" y="232075"/>
              <a:ext cx="8555437" cy="4783029"/>
              <a:chOff x="202002" y="232075"/>
              <a:chExt cx="8555437" cy="4783029"/>
            </a:xfrm>
          </p:grpSpPr>
          <p:sp>
            <p:nvSpPr>
              <p:cNvPr id="388" name="Google Shape;388;p25"/>
              <p:cNvSpPr/>
              <p:nvPr/>
            </p:nvSpPr>
            <p:spPr>
              <a:xfrm>
                <a:off x="8430764" y="3951070"/>
                <a:ext cx="326675" cy="322400"/>
              </a:xfrm>
              <a:custGeom>
                <a:rect b="b" l="l" r="r" t="t"/>
                <a:pathLst>
                  <a:path extrusionOk="0" h="823" w="835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" name="Google Shape;389;p25"/>
              <p:cNvSpPr/>
              <p:nvPr/>
            </p:nvSpPr>
            <p:spPr>
              <a:xfrm>
                <a:off x="202002" y="805845"/>
                <a:ext cx="326675" cy="322400"/>
              </a:xfrm>
              <a:custGeom>
                <a:rect b="b" l="l" r="r" t="t"/>
                <a:pathLst>
                  <a:path extrusionOk="0" h="823" w="835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" name="Google Shape;390;p25"/>
              <p:cNvSpPr/>
              <p:nvPr/>
            </p:nvSpPr>
            <p:spPr>
              <a:xfrm>
                <a:off x="528663" y="232075"/>
                <a:ext cx="184575" cy="182150"/>
              </a:xfrm>
              <a:custGeom>
                <a:rect b="b" l="l" r="r" t="t"/>
                <a:pathLst>
                  <a:path extrusionOk="0" h="823" w="835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1" name="Google Shape;391;p25"/>
              <p:cNvGrpSpPr/>
              <p:nvPr/>
            </p:nvGrpSpPr>
            <p:grpSpPr>
              <a:xfrm>
                <a:off x="7775189" y="4529478"/>
                <a:ext cx="751918" cy="485626"/>
                <a:chOff x="2436192" y="2730596"/>
                <a:chExt cx="924300" cy="596959"/>
              </a:xfrm>
            </p:grpSpPr>
            <p:sp>
              <p:nvSpPr>
                <p:cNvPr id="392" name="Google Shape;392;p25"/>
                <p:cNvSpPr/>
                <p:nvPr/>
              </p:nvSpPr>
              <p:spPr>
                <a:xfrm>
                  <a:off x="2436192" y="2786955"/>
                  <a:ext cx="924300" cy="5406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" name="Google Shape;393;p25"/>
                <p:cNvSpPr/>
                <p:nvPr/>
              </p:nvSpPr>
              <p:spPr>
                <a:xfrm>
                  <a:off x="2436192" y="2730596"/>
                  <a:ext cx="924297" cy="56360"/>
                </a:xfrm>
                <a:custGeom>
                  <a:rect b="b" l="l" r="r" t="t"/>
                  <a:pathLst>
                    <a:path extrusionOk="0" h="153" w="2512">
                      <a:moveTo>
                        <a:pt x="2512" y="73"/>
                      </a:moveTo>
                      <a:cubicBezTo>
                        <a:pt x="2512" y="153"/>
                        <a:pt x="2512" y="153"/>
                        <a:pt x="2512" y="153"/>
                      </a:cubicBezTo>
                      <a:cubicBezTo>
                        <a:pt x="0" y="153"/>
                        <a:pt x="0" y="153"/>
                        <a:pt x="0" y="153"/>
                      </a:cubicBezTo>
                      <a:cubicBezTo>
                        <a:pt x="0" y="73"/>
                        <a:pt x="0" y="73"/>
                        <a:pt x="0" y="73"/>
                      </a:cubicBezTo>
                      <a:cubicBezTo>
                        <a:pt x="0" y="33"/>
                        <a:pt x="32" y="0"/>
                        <a:pt x="72" y="0"/>
                      </a:cubicBezTo>
                      <a:cubicBezTo>
                        <a:pt x="2440" y="0"/>
                        <a:pt x="2440" y="0"/>
                        <a:pt x="2440" y="0"/>
                      </a:cubicBezTo>
                      <a:cubicBezTo>
                        <a:pt x="2480" y="0"/>
                        <a:pt x="2512" y="33"/>
                        <a:pt x="2512" y="7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" name="Google Shape;394;p25"/>
                <p:cNvSpPr/>
                <p:nvPr/>
              </p:nvSpPr>
              <p:spPr>
                <a:xfrm>
                  <a:off x="2461152" y="2745893"/>
                  <a:ext cx="25800" cy="2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" name="Google Shape;395;p25"/>
                <p:cNvSpPr/>
                <p:nvPr/>
              </p:nvSpPr>
              <p:spPr>
                <a:xfrm>
                  <a:off x="2500603" y="2745893"/>
                  <a:ext cx="26100" cy="2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" name="Google Shape;396;p25"/>
                <p:cNvSpPr/>
                <p:nvPr/>
              </p:nvSpPr>
              <p:spPr>
                <a:xfrm>
                  <a:off x="2540860" y="2745893"/>
                  <a:ext cx="25800" cy="2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" name="Google Shape;397;p25"/>
                <p:cNvSpPr/>
                <p:nvPr/>
              </p:nvSpPr>
              <p:spPr>
                <a:xfrm>
                  <a:off x="2481682" y="2858210"/>
                  <a:ext cx="833700" cy="33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" name="Google Shape;398;p25"/>
                <p:cNvSpPr/>
                <p:nvPr/>
              </p:nvSpPr>
              <p:spPr>
                <a:xfrm>
                  <a:off x="2481682" y="2943152"/>
                  <a:ext cx="833700" cy="33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9" name="Google Shape;399;p25"/>
                <p:cNvSpPr/>
                <p:nvPr/>
              </p:nvSpPr>
              <p:spPr>
                <a:xfrm>
                  <a:off x="2481682" y="3028497"/>
                  <a:ext cx="833700" cy="27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0" name="Google Shape;400;p25"/>
                <p:cNvSpPr/>
                <p:nvPr/>
              </p:nvSpPr>
              <p:spPr>
                <a:xfrm>
                  <a:off x="2481682" y="3113439"/>
                  <a:ext cx="833700" cy="27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1" name="Google Shape;401;p25"/>
                <p:cNvSpPr/>
                <p:nvPr/>
              </p:nvSpPr>
              <p:spPr>
                <a:xfrm>
                  <a:off x="2481682" y="2898467"/>
                  <a:ext cx="833718" cy="392507"/>
                </a:xfrm>
                <a:custGeom>
                  <a:rect b="b" l="l" r="r" t="t"/>
                  <a:pathLst>
                    <a:path extrusionOk="0" h="1067" w="2266">
                      <a:moveTo>
                        <a:pt x="0" y="232"/>
                      </a:moveTo>
                      <a:cubicBezTo>
                        <a:pt x="137" y="97"/>
                        <a:pt x="137" y="97"/>
                        <a:pt x="137" y="97"/>
                      </a:cubicBezTo>
                      <a:cubicBezTo>
                        <a:pt x="226" y="9"/>
                        <a:pt x="367" y="0"/>
                        <a:pt x="466" y="76"/>
                      </a:cubicBezTo>
                      <a:cubicBezTo>
                        <a:pt x="852" y="371"/>
                        <a:pt x="852" y="371"/>
                        <a:pt x="852" y="371"/>
                      </a:cubicBezTo>
                      <a:cubicBezTo>
                        <a:pt x="949" y="446"/>
                        <a:pt x="1085" y="440"/>
                        <a:pt x="1174" y="357"/>
                      </a:cubicBezTo>
                      <a:cubicBezTo>
                        <a:pt x="1235" y="302"/>
                        <a:pt x="1235" y="302"/>
                        <a:pt x="1235" y="302"/>
                      </a:cubicBezTo>
                      <a:cubicBezTo>
                        <a:pt x="1308" y="235"/>
                        <a:pt x="1413" y="217"/>
                        <a:pt x="1504" y="256"/>
                      </a:cubicBezTo>
                      <a:cubicBezTo>
                        <a:pt x="2266" y="584"/>
                        <a:pt x="2266" y="584"/>
                        <a:pt x="2266" y="584"/>
                      </a:cubicBezTo>
                      <a:cubicBezTo>
                        <a:pt x="2266" y="1067"/>
                        <a:pt x="2266" y="1067"/>
                        <a:pt x="2266" y="1067"/>
                      </a:cubicBezTo>
                      <a:cubicBezTo>
                        <a:pt x="0" y="1067"/>
                        <a:pt x="0" y="1067"/>
                        <a:pt x="0" y="1067"/>
                      </a:cubicBezTo>
                      <a:lnTo>
                        <a:pt x="0" y="23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2" name="Google Shape;402;p25"/>
                <p:cNvSpPr/>
                <p:nvPr/>
              </p:nvSpPr>
              <p:spPr>
                <a:xfrm>
                  <a:off x="2481682" y="2914972"/>
                  <a:ext cx="833718" cy="376001"/>
                </a:xfrm>
                <a:custGeom>
                  <a:rect b="b" l="l" r="r" t="t"/>
                  <a:pathLst>
                    <a:path extrusionOk="0" h="1022" w="2266">
                      <a:moveTo>
                        <a:pt x="0" y="1022"/>
                      </a:moveTo>
                      <a:cubicBezTo>
                        <a:pt x="371" y="590"/>
                        <a:pt x="371" y="590"/>
                        <a:pt x="371" y="590"/>
                      </a:cubicBezTo>
                      <a:cubicBezTo>
                        <a:pt x="468" y="477"/>
                        <a:pt x="643" y="473"/>
                        <a:pt x="745" y="582"/>
                      </a:cubicBezTo>
                      <a:cubicBezTo>
                        <a:pt x="840" y="683"/>
                        <a:pt x="998" y="688"/>
                        <a:pt x="1100" y="594"/>
                      </a:cubicBezTo>
                      <a:cubicBezTo>
                        <a:pt x="1634" y="99"/>
                        <a:pt x="1634" y="99"/>
                        <a:pt x="1634" y="99"/>
                      </a:cubicBezTo>
                      <a:cubicBezTo>
                        <a:pt x="1741" y="0"/>
                        <a:pt x="1909" y="12"/>
                        <a:pt x="2001" y="125"/>
                      </a:cubicBezTo>
                      <a:cubicBezTo>
                        <a:pt x="2266" y="453"/>
                        <a:pt x="2266" y="453"/>
                        <a:pt x="2266" y="453"/>
                      </a:cubicBezTo>
                      <a:cubicBezTo>
                        <a:pt x="2266" y="1022"/>
                        <a:pt x="2266" y="1022"/>
                        <a:pt x="2266" y="1022"/>
                      </a:cubicBezTo>
                      <a:lnTo>
                        <a:pt x="0" y="1022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" name="Google Shape;404;p26"/>
          <p:cNvGrpSpPr/>
          <p:nvPr/>
        </p:nvGrpSpPr>
        <p:grpSpPr>
          <a:xfrm>
            <a:off x="-1203997" y="-1273081"/>
            <a:ext cx="11972579" cy="8563691"/>
            <a:chOff x="-1203997" y="-1273081"/>
            <a:chExt cx="11972579" cy="8563691"/>
          </a:xfrm>
        </p:grpSpPr>
        <p:sp>
          <p:nvSpPr>
            <p:cNvPr id="405" name="Google Shape;405;p26"/>
            <p:cNvSpPr/>
            <p:nvPr/>
          </p:nvSpPr>
          <p:spPr>
            <a:xfrm rot="-6823997">
              <a:off x="7481480" y="4165470"/>
              <a:ext cx="3098928" cy="2433855"/>
            </a:xfrm>
            <a:custGeom>
              <a:rect b="b" l="l" r="r" t="t"/>
              <a:pathLst>
                <a:path extrusionOk="0" h="3197" w="4074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16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26"/>
            <p:cNvSpPr/>
            <p:nvPr/>
          </p:nvSpPr>
          <p:spPr>
            <a:xfrm flipH="1" rot="-3948904">
              <a:off x="-1026291" y="-790996"/>
              <a:ext cx="2252181" cy="1847030"/>
            </a:xfrm>
            <a:custGeom>
              <a:rect b="b" l="l" r="r" t="t"/>
              <a:pathLst>
                <a:path extrusionOk="0" h="1345239" w="1640321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7" name="Google Shape;407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8" name="Google Shape;408;p26"/>
          <p:cNvSpPr txBox="1"/>
          <p:nvPr>
            <p:ph idx="1" type="subTitle"/>
          </p:nvPr>
        </p:nvSpPr>
        <p:spPr>
          <a:xfrm>
            <a:off x="882150" y="2858089"/>
            <a:ext cx="23592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9" name="Google Shape;409;p26"/>
          <p:cNvSpPr txBox="1"/>
          <p:nvPr>
            <p:ph idx="2" type="subTitle"/>
          </p:nvPr>
        </p:nvSpPr>
        <p:spPr>
          <a:xfrm>
            <a:off x="3393754" y="2858089"/>
            <a:ext cx="23565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26"/>
          <p:cNvSpPr txBox="1"/>
          <p:nvPr>
            <p:ph idx="3" type="subTitle"/>
          </p:nvPr>
        </p:nvSpPr>
        <p:spPr>
          <a:xfrm>
            <a:off x="5902646" y="2858087"/>
            <a:ext cx="23592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1" name="Google Shape;411;p26"/>
          <p:cNvSpPr txBox="1"/>
          <p:nvPr>
            <p:ph idx="4" type="subTitle"/>
          </p:nvPr>
        </p:nvSpPr>
        <p:spPr>
          <a:xfrm>
            <a:off x="882150" y="2124063"/>
            <a:ext cx="2359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/>
        </p:txBody>
      </p:sp>
      <p:sp>
        <p:nvSpPr>
          <p:cNvPr id="412" name="Google Shape;412;p26"/>
          <p:cNvSpPr txBox="1"/>
          <p:nvPr>
            <p:ph idx="5" type="subTitle"/>
          </p:nvPr>
        </p:nvSpPr>
        <p:spPr>
          <a:xfrm>
            <a:off x="3393757" y="2124063"/>
            <a:ext cx="2359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/>
        </p:txBody>
      </p:sp>
      <p:sp>
        <p:nvSpPr>
          <p:cNvPr id="413" name="Google Shape;413;p26"/>
          <p:cNvSpPr txBox="1"/>
          <p:nvPr>
            <p:ph idx="6" type="subTitle"/>
          </p:nvPr>
        </p:nvSpPr>
        <p:spPr>
          <a:xfrm>
            <a:off x="5902639" y="2124063"/>
            <a:ext cx="2359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/>
        </p:txBody>
      </p:sp>
      <p:grpSp>
        <p:nvGrpSpPr>
          <p:cNvPr id="414" name="Google Shape;414;p26"/>
          <p:cNvGrpSpPr/>
          <p:nvPr/>
        </p:nvGrpSpPr>
        <p:grpSpPr>
          <a:xfrm>
            <a:off x="7469358" y="4220679"/>
            <a:ext cx="1246094" cy="1192058"/>
            <a:chOff x="7469358" y="4220679"/>
            <a:chExt cx="1246094" cy="1192058"/>
          </a:xfrm>
        </p:grpSpPr>
        <p:grpSp>
          <p:nvGrpSpPr>
            <p:cNvPr id="415" name="Google Shape;415;p26"/>
            <p:cNvGrpSpPr/>
            <p:nvPr/>
          </p:nvGrpSpPr>
          <p:grpSpPr>
            <a:xfrm>
              <a:off x="8287178" y="4220679"/>
              <a:ext cx="428274" cy="605852"/>
              <a:chOff x="6000261" y="1225220"/>
              <a:chExt cx="627600" cy="887825"/>
            </a:xfrm>
          </p:grpSpPr>
          <p:sp>
            <p:nvSpPr>
              <p:cNvPr id="416" name="Google Shape;416;p26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26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rect b="b" l="l" r="r" t="t"/>
                <a:pathLst>
                  <a:path extrusionOk="0" h="78" w="718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26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26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26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26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26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26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26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rect b="b" l="l" r="r" t="t"/>
                <a:pathLst>
                  <a:path extrusionOk="0" h="353" w="352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26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26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26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26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9" name="Google Shape;429;p26"/>
            <p:cNvGrpSpPr/>
            <p:nvPr/>
          </p:nvGrpSpPr>
          <p:grpSpPr>
            <a:xfrm rot="-2376894">
              <a:off x="7642278" y="4631693"/>
              <a:ext cx="471966" cy="712375"/>
              <a:chOff x="2047101" y="2145599"/>
              <a:chExt cx="407553" cy="615151"/>
            </a:xfrm>
          </p:grpSpPr>
          <p:sp>
            <p:nvSpPr>
              <p:cNvPr id="430" name="Google Shape;430;p26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rect b="b" l="l" r="r" t="t"/>
                <a:pathLst>
                  <a:path extrusionOk="0" h="1325" w="879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" name="Google Shape;431;p26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rect b="b" l="l" r="r" t="t"/>
                <a:pathLst>
                  <a:path extrusionOk="0" h="439" w="879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26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26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rect b="b" l="l" r="r" t="t"/>
                <a:pathLst>
                  <a:path extrusionOk="0" h="170" w="384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26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rect b="b" l="l" r="r" t="t"/>
                <a:pathLst>
                  <a:path extrusionOk="0" h="170" w="248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26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rect b="b" l="l" r="r" t="t"/>
                <a:pathLst>
                  <a:path extrusionOk="0" h="107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26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26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26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26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rect b="b" l="l" r="r" t="t"/>
                <a:pathLst>
                  <a:path extrusionOk="0" h="107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26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26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26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26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rect b="b" l="l" r="r" t="t"/>
                <a:pathLst>
                  <a:path extrusionOk="0" h="107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26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26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26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26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rect b="b" l="l" r="r" t="t"/>
                <a:pathLst>
                  <a:path extrusionOk="0" h="107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26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26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26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rect b="b" l="l" r="r" t="t"/>
                <a:pathLst>
                  <a:path extrusionOk="0" h="106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26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rect b="b" l="l" r="r" t="t"/>
                <a:pathLst>
                  <a:path extrusionOk="0" h="106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26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rect b="b" l="l" r="r" t="t"/>
                <a:pathLst>
                  <a:path extrusionOk="0" h="106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26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rect b="b" l="l" r="r" t="t"/>
                <a:pathLst>
                  <a:path extrusionOk="0" h="247" w="156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" name="Google Shape;454;p26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rect b="b" l="l" r="r" t="t"/>
                <a:pathLst>
                  <a:path extrusionOk="0" h="74" w="141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" name="Google Shape;455;p26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rect b="b" l="l" r="r" t="t"/>
                <a:pathLst>
                  <a:path extrusionOk="0" h="74" w="141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26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rect b="b" l="l" r="r" t="t"/>
                <a:pathLst>
                  <a:path extrusionOk="0" h="74" w="106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26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rect b="b" l="l" r="r" t="t"/>
                <a:pathLst>
                  <a:path extrusionOk="0" h="74" w="106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26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rect b="b" l="l" r="r" t="t"/>
                <a:pathLst>
                  <a:path extrusionOk="0" h="74" w="106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" name="Google Shape;459;p26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rect b="b" l="l" r="r" t="t"/>
                <a:pathLst>
                  <a:path extrusionOk="0" h="58" w="261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0" name="Google Shape;460;p26"/>
          <p:cNvGrpSpPr/>
          <p:nvPr/>
        </p:nvGrpSpPr>
        <p:grpSpPr>
          <a:xfrm>
            <a:off x="161952" y="170375"/>
            <a:ext cx="8831737" cy="3874120"/>
            <a:chOff x="161952" y="170375"/>
            <a:chExt cx="8831737" cy="3874120"/>
          </a:xfrm>
        </p:grpSpPr>
        <p:sp>
          <p:nvSpPr>
            <p:cNvPr id="461" name="Google Shape;461;p26"/>
            <p:cNvSpPr/>
            <p:nvPr/>
          </p:nvSpPr>
          <p:spPr>
            <a:xfrm>
              <a:off x="8667014" y="3722095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26"/>
            <p:cNvSpPr/>
            <p:nvPr/>
          </p:nvSpPr>
          <p:spPr>
            <a:xfrm>
              <a:off x="161952" y="775920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26"/>
            <p:cNvSpPr/>
            <p:nvPr/>
          </p:nvSpPr>
          <p:spPr>
            <a:xfrm>
              <a:off x="396450" y="170375"/>
              <a:ext cx="184575" cy="18215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5" name="Google Shape;465;p27"/>
          <p:cNvGrpSpPr/>
          <p:nvPr/>
        </p:nvGrpSpPr>
        <p:grpSpPr>
          <a:xfrm>
            <a:off x="-1830170" y="-3026103"/>
            <a:ext cx="12554258" cy="10802628"/>
            <a:chOff x="-1830170" y="-3026103"/>
            <a:chExt cx="12554258" cy="10802628"/>
          </a:xfrm>
        </p:grpSpPr>
        <p:sp>
          <p:nvSpPr>
            <p:cNvPr id="466" name="Google Shape;466;p27"/>
            <p:cNvSpPr/>
            <p:nvPr/>
          </p:nvSpPr>
          <p:spPr>
            <a:xfrm rot="-8306489">
              <a:off x="-1335943" y="4230903"/>
              <a:ext cx="3381355" cy="2773073"/>
            </a:xfrm>
            <a:custGeom>
              <a:rect b="b" l="l" r="r" t="t"/>
              <a:pathLst>
                <a:path extrusionOk="0" h="1345239" w="1640321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1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27"/>
            <p:cNvSpPr/>
            <p:nvPr/>
          </p:nvSpPr>
          <p:spPr>
            <a:xfrm rot="-2526298">
              <a:off x="3261380" y="-2302624"/>
              <a:ext cx="3213799" cy="2742785"/>
            </a:xfrm>
            <a:custGeom>
              <a:rect b="b" l="l" r="r" t="t"/>
              <a:pathLst>
                <a:path extrusionOk="0" h="1263926" w="1480978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27"/>
            <p:cNvSpPr/>
            <p:nvPr/>
          </p:nvSpPr>
          <p:spPr>
            <a:xfrm rot="7128936">
              <a:off x="4743736" y="-769468"/>
              <a:ext cx="5631417" cy="4125872"/>
            </a:xfrm>
            <a:custGeom>
              <a:rect b="b" l="l" r="r" t="t"/>
              <a:pathLst>
                <a:path extrusionOk="0" h="397857" w="616186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1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9" name="Google Shape;469;p27"/>
          <p:cNvSpPr txBox="1"/>
          <p:nvPr>
            <p:ph type="title"/>
          </p:nvPr>
        </p:nvSpPr>
        <p:spPr>
          <a:xfrm>
            <a:off x="713263" y="677525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0" name="Google Shape;470;p27"/>
          <p:cNvSpPr txBox="1"/>
          <p:nvPr>
            <p:ph idx="1" type="subTitle"/>
          </p:nvPr>
        </p:nvSpPr>
        <p:spPr>
          <a:xfrm>
            <a:off x="713225" y="1841450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1" name="Google Shape;471;p27"/>
          <p:cNvSpPr txBox="1"/>
          <p:nvPr/>
        </p:nvSpPr>
        <p:spPr>
          <a:xfrm>
            <a:off x="713225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b="0" i="0" lang="en-GB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b="1" i="0" lang="en-GB" sz="1200" u="sng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-GB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b="1" i="0" lang="en-GB" sz="1200" u="sng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-GB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b="1" i="0" lang="en-GB" sz="1200" u="sng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-GB" sz="1200" u="sng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i="0" sz="1200" u="sng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1_1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4" name="Google Shape;474;p28"/>
          <p:cNvSpPr txBox="1"/>
          <p:nvPr>
            <p:ph idx="1" type="subTitle"/>
          </p:nvPr>
        </p:nvSpPr>
        <p:spPr>
          <a:xfrm>
            <a:off x="720000" y="1074300"/>
            <a:ext cx="2214300" cy="3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1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9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7" name="Google Shape;477;p29"/>
          <p:cNvSpPr txBox="1"/>
          <p:nvPr>
            <p:ph idx="1" type="subTitle"/>
          </p:nvPr>
        </p:nvSpPr>
        <p:spPr>
          <a:xfrm>
            <a:off x="1846600" y="1065425"/>
            <a:ext cx="5005200" cy="3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grpSp>
        <p:nvGrpSpPr>
          <p:cNvPr id="478" name="Google Shape;478;p29"/>
          <p:cNvGrpSpPr/>
          <p:nvPr/>
        </p:nvGrpSpPr>
        <p:grpSpPr>
          <a:xfrm>
            <a:off x="-1612565" y="-1583643"/>
            <a:ext cx="13681040" cy="9525722"/>
            <a:chOff x="-1612565" y="-1583643"/>
            <a:chExt cx="13681040" cy="9525722"/>
          </a:xfrm>
        </p:grpSpPr>
        <p:sp>
          <p:nvSpPr>
            <p:cNvPr id="479" name="Google Shape;479;p29"/>
            <p:cNvSpPr/>
            <p:nvPr/>
          </p:nvSpPr>
          <p:spPr>
            <a:xfrm rot="7128936">
              <a:off x="6088123" y="2417769"/>
              <a:ext cx="5631417" cy="4125872"/>
            </a:xfrm>
            <a:custGeom>
              <a:rect b="b" l="l" r="r" t="t"/>
              <a:pathLst>
                <a:path extrusionOk="0" h="397857" w="616186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1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29"/>
            <p:cNvSpPr/>
            <p:nvPr/>
          </p:nvSpPr>
          <p:spPr>
            <a:xfrm rot="-2861827">
              <a:off x="-1306536" y="-871781"/>
              <a:ext cx="2847247" cy="2086224"/>
            </a:xfrm>
            <a:custGeom>
              <a:rect b="b" l="l" r="r" t="t"/>
              <a:pathLst>
                <a:path extrusionOk="0" h="397857" w="616186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1" name="Google Shape;481;p29"/>
          <p:cNvSpPr/>
          <p:nvPr/>
        </p:nvSpPr>
        <p:spPr>
          <a:xfrm>
            <a:off x="8558433" y="3047281"/>
            <a:ext cx="301600" cy="497575"/>
          </a:xfrm>
          <a:custGeom>
            <a:rect b="b" l="l" r="r" t="t"/>
            <a:pathLst>
              <a:path extrusionOk="0" h="447" w="271">
                <a:moveTo>
                  <a:pt x="271" y="234"/>
                </a:moveTo>
                <a:lnTo>
                  <a:pt x="135" y="0"/>
                </a:lnTo>
                <a:lnTo>
                  <a:pt x="0" y="234"/>
                </a:lnTo>
                <a:lnTo>
                  <a:pt x="69" y="234"/>
                </a:lnTo>
                <a:lnTo>
                  <a:pt x="69" y="447"/>
                </a:lnTo>
                <a:lnTo>
                  <a:pt x="201" y="447"/>
                </a:lnTo>
                <a:lnTo>
                  <a:pt x="201" y="234"/>
                </a:lnTo>
                <a:lnTo>
                  <a:pt x="271" y="23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2" name="Google Shape;482;p29"/>
          <p:cNvGrpSpPr/>
          <p:nvPr/>
        </p:nvGrpSpPr>
        <p:grpSpPr>
          <a:xfrm>
            <a:off x="201327" y="80250"/>
            <a:ext cx="405111" cy="812320"/>
            <a:chOff x="201327" y="80250"/>
            <a:chExt cx="405111" cy="812320"/>
          </a:xfrm>
        </p:grpSpPr>
        <p:sp>
          <p:nvSpPr>
            <p:cNvPr id="483" name="Google Shape;483;p29"/>
            <p:cNvSpPr/>
            <p:nvPr/>
          </p:nvSpPr>
          <p:spPr>
            <a:xfrm>
              <a:off x="201327" y="570170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29"/>
            <p:cNvSpPr/>
            <p:nvPr/>
          </p:nvSpPr>
          <p:spPr>
            <a:xfrm>
              <a:off x="421863" y="80250"/>
              <a:ext cx="184575" cy="18215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2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7" name="Google Shape;487;p31"/>
          <p:cNvGrpSpPr/>
          <p:nvPr/>
        </p:nvGrpSpPr>
        <p:grpSpPr>
          <a:xfrm>
            <a:off x="-2106235" y="-952770"/>
            <a:ext cx="12545488" cy="8509942"/>
            <a:chOff x="-2106235" y="-952770"/>
            <a:chExt cx="12545488" cy="8509942"/>
          </a:xfrm>
        </p:grpSpPr>
        <p:sp>
          <p:nvSpPr>
            <p:cNvPr id="488" name="Google Shape;488;p31"/>
            <p:cNvSpPr/>
            <p:nvPr/>
          </p:nvSpPr>
          <p:spPr>
            <a:xfrm flipH="1" rot="7341459">
              <a:off x="-1767562" y="4061175"/>
              <a:ext cx="3409980" cy="2678150"/>
            </a:xfrm>
            <a:custGeom>
              <a:rect b="b" l="l" r="r" t="t"/>
              <a:pathLst>
                <a:path extrusionOk="0" h="3197" w="4074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16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31"/>
            <p:cNvSpPr/>
            <p:nvPr/>
          </p:nvSpPr>
          <p:spPr>
            <a:xfrm rot="10245665">
              <a:off x="8058163" y="-784291"/>
              <a:ext cx="2247692" cy="1843349"/>
            </a:xfrm>
            <a:custGeom>
              <a:rect b="b" l="l" r="r" t="t"/>
              <a:pathLst>
                <a:path extrusionOk="0" h="1345239" w="1640321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0" name="Google Shape;490;p31"/>
          <p:cNvGrpSpPr/>
          <p:nvPr/>
        </p:nvGrpSpPr>
        <p:grpSpPr>
          <a:xfrm>
            <a:off x="1087005" y="172450"/>
            <a:ext cx="7905013" cy="4753945"/>
            <a:chOff x="1087005" y="172450"/>
            <a:chExt cx="7905013" cy="4753945"/>
          </a:xfrm>
        </p:grpSpPr>
        <p:sp>
          <p:nvSpPr>
            <p:cNvPr id="491" name="Google Shape;491;p31"/>
            <p:cNvSpPr/>
            <p:nvPr/>
          </p:nvSpPr>
          <p:spPr>
            <a:xfrm flipH="1">
              <a:off x="1087005" y="4603995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31"/>
            <p:cNvSpPr/>
            <p:nvPr/>
          </p:nvSpPr>
          <p:spPr>
            <a:xfrm flipH="1">
              <a:off x="8665343" y="770495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31"/>
            <p:cNvSpPr/>
            <p:nvPr/>
          </p:nvSpPr>
          <p:spPr>
            <a:xfrm flipH="1">
              <a:off x="8430782" y="172450"/>
              <a:ext cx="184575" cy="18215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4" name="Google Shape;494;p31"/>
          <p:cNvGrpSpPr/>
          <p:nvPr/>
        </p:nvGrpSpPr>
        <p:grpSpPr>
          <a:xfrm>
            <a:off x="-335165" y="3759862"/>
            <a:ext cx="1253120" cy="1142271"/>
            <a:chOff x="-335165" y="3759862"/>
            <a:chExt cx="1253120" cy="1142271"/>
          </a:xfrm>
        </p:grpSpPr>
        <p:grpSp>
          <p:nvGrpSpPr>
            <p:cNvPr id="495" name="Google Shape;495;p31"/>
            <p:cNvGrpSpPr/>
            <p:nvPr/>
          </p:nvGrpSpPr>
          <p:grpSpPr>
            <a:xfrm flipH="1">
              <a:off x="510250" y="4497559"/>
              <a:ext cx="407705" cy="388497"/>
              <a:chOff x="2884583" y="645291"/>
              <a:chExt cx="285088" cy="271695"/>
            </a:xfrm>
          </p:grpSpPr>
          <p:sp>
            <p:nvSpPr>
              <p:cNvPr id="496" name="Google Shape;496;p31"/>
              <p:cNvSpPr/>
              <p:nvPr/>
            </p:nvSpPr>
            <p:spPr>
              <a:xfrm>
                <a:off x="2905629" y="652944"/>
                <a:ext cx="264042" cy="264042"/>
              </a:xfrm>
              <a:custGeom>
                <a:rect b="b" l="l" r="r" t="t"/>
                <a:pathLst>
                  <a:path extrusionOk="0" h="301" w="302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31"/>
              <p:cNvSpPr/>
              <p:nvPr/>
            </p:nvSpPr>
            <p:spPr>
              <a:xfrm>
                <a:off x="2884583" y="645291"/>
                <a:ext cx="130108" cy="123412"/>
              </a:xfrm>
              <a:custGeom>
                <a:rect b="b" l="l" r="r" t="t"/>
                <a:pathLst>
                  <a:path extrusionOk="0" h="141" w="149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8" name="Google Shape;498;p31"/>
            <p:cNvGrpSpPr/>
            <p:nvPr/>
          </p:nvGrpSpPr>
          <p:grpSpPr>
            <a:xfrm>
              <a:off x="-335165" y="3759862"/>
              <a:ext cx="676370" cy="1142271"/>
              <a:chOff x="2757910" y="1240337"/>
              <a:chExt cx="676370" cy="1142271"/>
            </a:xfrm>
          </p:grpSpPr>
          <p:sp>
            <p:nvSpPr>
              <p:cNvPr id="499" name="Google Shape;499;p31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rect b="b" l="l" r="r" t="t"/>
                <a:pathLst>
                  <a:path extrusionOk="0" h="996" w="774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31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rect b="b" l="l" r="r" t="t"/>
                <a:pathLst>
                  <a:path extrusionOk="0" h="238" w="335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31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rect b="b" l="l" r="r" t="t"/>
                <a:pathLst>
                  <a:path extrusionOk="0" h="422" w="369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31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rect b="b" l="l" r="r" t="t"/>
                <a:pathLst>
                  <a:path extrusionOk="0" h="369" w="348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31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rect b="b" l="l" r="r" t="t"/>
                <a:pathLst>
                  <a:path extrusionOk="0" h="46" w="45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31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rect b="b" l="l" r="r" t="t"/>
                <a:pathLst>
                  <a:path extrusionOk="0" h="47" w="45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31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rect b="b" l="l" r="r" t="t"/>
                <a:pathLst>
                  <a:path extrusionOk="0" h="46" w="45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31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rect b="b" l="l" r="r" t="t"/>
                <a:pathLst>
                  <a:path extrusionOk="0" h="87" w="17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8" name="Google Shape;508;p32"/>
          <p:cNvGrpSpPr/>
          <p:nvPr/>
        </p:nvGrpSpPr>
        <p:grpSpPr>
          <a:xfrm>
            <a:off x="-2000070" y="-3048428"/>
            <a:ext cx="12974508" cy="11113807"/>
            <a:chOff x="-2000070" y="-3048428"/>
            <a:chExt cx="12974508" cy="11113807"/>
          </a:xfrm>
        </p:grpSpPr>
        <p:sp>
          <p:nvSpPr>
            <p:cNvPr id="509" name="Google Shape;509;p32"/>
            <p:cNvSpPr/>
            <p:nvPr/>
          </p:nvSpPr>
          <p:spPr>
            <a:xfrm rot="-8306489">
              <a:off x="-1505843" y="3814578"/>
              <a:ext cx="3381355" cy="2773073"/>
            </a:xfrm>
            <a:custGeom>
              <a:rect b="b" l="l" r="r" t="t"/>
              <a:pathLst>
                <a:path extrusionOk="0" h="1345239" w="1640321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1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32"/>
            <p:cNvSpPr/>
            <p:nvPr/>
          </p:nvSpPr>
          <p:spPr>
            <a:xfrm rot="-2526298">
              <a:off x="3963480" y="-2324949"/>
              <a:ext cx="3213799" cy="2742785"/>
            </a:xfrm>
            <a:custGeom>
              <a:rect b="b" l="l" r="r" t="t"/>
              <a:pathLst>
                <a:path extrusionOk="0" h="1263926" w="1480978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32"/>
            <p:cNvSpPr/>
            <p:nvPr/>
          </p:nvSpPr>
          <p:spPr>
            <a:xfrm rot="7128936">
              <a:off x="4994086" y="2541069"/>
              <a:ext cx="5631417" cy="4125872"/>
            </a:xfrm>
            <a:custGeom>
              <a:rect b="b" l="l" r="r" t="t"/>
              <a:pathLst>
                <a:path extrusionOk="0" h="397857" w="616186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1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2" name="Google Shape;512;p32"/>
          <p:cNvGrpSpPr/>
          <p:nvPr/>
        </p:nvGrpSpPr>
        <p:grpSpPr>
          <a:xfrm>
            <a:off x="4039126" y="812484"/>
            <a:ext cx="4161347" cy="3655602"/>
            <a:chOff x="3840701" y="713259"/>
            <a:chExt cx="4161347" cy="3655602"/>
          </a:xfrm>
        </p:grpSpPr>
        <p:grpSp>
          <p:nvGrpSpPr>
            <p:cNvPr id="513" name="Google Shape;513;p32"/>
            <p:cNvGrpSpPr/>
            <p:nvPr/>
          </p:nvGrpSpPr>
          <p:grpSpPr>
            <a:xfrm>
              <a:off x="4501506" y="1401751"/>
              <a:ext cx="2461134" cy="1589522"/>
              <a:chOff x="2436192" y="2730596"/>
              <a:chExt cx="924300" cy="596959"/>
            </a:xfrm>
          </p:grpSpPr>
          <p:sp>
            <p:nvSpPr>
              <p:cNvPr id="514" name="Google Shape;514;p32"/>
              <p:cNvSpPr/>
              <p:nvPr/>
            </p:nvSpPr>
            <p:spPr>
              <a:xfrm>
                <a:off x="2436192" y="2786955"/>
                <a:ext cx="924300" cy="540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" name="Google Shape;515;p32"/>
              <p:cNvSpPr/>
              <p:nvPr/>
            </p:nvSpPr>
            <p:spPr>
              <a:xfrm>
                <a:off x="2436192" y="2730596"/>
                <a:ext cx="924297" cy="56360"/>
              </a:xfrm>
              <a:custGeom>
                <a:rect b="b" l="l" r="r" t="t"/>
                <a:pathLst>
                  <a:path extrusionOk="0" h="153" w="2512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" name="Google Shape;516;p32"/>
              <p:cNvSpPr/>
              <p:nvPr/>
            </p:nvSpPr>
            <p:spPr>
              <a:xfrm>
                <a:off x="2461152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" name="Google Shape;517;p32"/>
              <p:cNvSpPr/>
              <p:nvPr/>
            </p:nvSpPr>
            <p:spPr>
              <a:xfrm>
                <a:off x="2500603" y="2745893"/>
                <a:ext cx="261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" name="Google Shape;518;p32"/>
              <p:cNvSpPr/>
              <p:nvPr/>
            </p:nvSpPr>
            <p:spPr>
              <a:xfrm>
                <a:off x="2540860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" name="Google Shape;519;p32"/>
              <p:cNvSpPr/>
              <p:nvPr/>
            </p:nvSpPr>
            <p:spPr>
              <a:xfrm>
                <a:off x="2481682" y="2858210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32"/>
              <p:cNvSpPr/>
              <p:nvPr/>
            </p:nvSpPr>
            <p:spPr>
              <a:xfrm>
                <a:off x="2481682" y="2943152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" name="Google Shape;521;p32"/>
              <p:cNvSpPr/>
              <p:nvPr/>
            </p:nvSpPr>
            <p:spPr>
              <a:xfrm>
                <a:off x="2481682" y="3028497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" name="Google Shape;522;p32"/>
              <p:cNvSpPr/>
              <p:nvPr/>
            </p:nvSpPr>
            <p:spPr>
              <a:xfrm>
                <a:off x="2481682" y="3113439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32"/>
              <p:cNvSpPr/>
              <p:nvPr/>
            </p:nvSpPr>
            <p:spPr>
              <a:xfrm>
                <a:off x="2481682" y="2898467"/>
                <a:ext cx="833718" cy="392507"/>
              </a:xfrm>
              <a:custGeom>
                <a:rect b="b" l="l" r="r" t="t"/>
                <a:pathLst>
                  <a:path extrusionOk="0" h="1067" w="2266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32"/>
              <p:cNvSpPr/>
              <p:nvPr/>
            </p:nvSpPr>
            <p:spPr>
              <a:xfrm>
                <a:off x="2481682" y="2914972"/>
                <a:ext cx="833718" cy="376001"/>
              </a:xfrm>
              <a:custGeom>
                <a:rect b="b" l="l" r="r" t="t"/>
                <a:pathLst>
                  <a:path extrusionOk="0" h="1022" w="2266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5" name="Google Shape;525;p32"/>
            <p:cNvGrpSpPr/>
            <p:nvPr/>
          </p:nvGrpSpPr>
          <p:grpSpPr>
            <a:xfrm>
              <a:off x="6621346" y="1957399"/>
              <a:ext cx="1380702" cy="2411462"/>
              <a:chOff x="6502296" y="1615124"/>
              <a:chExt cx="1380702" cy="2411462"/>
            </a:xfrm>
          </p:grpSpPr>
          <p:sp>
            <p:nvSpPr>
              <p:cNvPr id="526" name="Google Shape;526;p32"/>
              <p:cNvSpPr/>
              <p:nvPr/>
            </p:nvSpPr>
            <p:spPr>
              <a:xfrm>
                <a:off x="6990675" y="1711100"/>
                <a:ext cx="396300" cy="486450"/>
              </a:xfrm>
              <a:custGeom>
                <a:rect b="b" l="l" r="r" t="t"/>
                <a:pathLst>
                  <a:path extrusionOk="0" h="19458" w="15852">
                    <a:moveTo>
                      <a:pt x="0" y="5579"/>
                    </a:moveTo>
                    <a:lnTo>
                      <a:pt x="1701" y="19458"/>
                    </a:lnTo>
                    <a:lnTo>
                      <a:pt x="15852" y="16941"/>
                    </a:lnTo>
                    <a:lnTo>
                      <a:pt x="12314" y="2177"/>
                    </a:lnTo>
                    <a:lnTo>
                      <a:pt x="57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527" name="Google Shape;527;p32"/>
              <p:cNvSpPr/>
              <p:nvPr/>
            </p:nvSpPr>
            <p:spPr>
              <a:xfrm>
                <a:off x="6934616" y="1685929"/>
                <a:ext cx="451384" cy="297518"/>
              </a:xfrm>
              <a:custGeom>
                <a:rect b="b" l="l" r="r" t="t"/>
                <a:pathLst>
                  <a:path extrusionOk="0" h="334" w="506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32"/>
              <p:cNvSpPr/>
              <p:nvPr/>
            </p:nvSpPr>
            <p:spPr>
              <a:xfrm>
                <a:off x="6888321" y="2511763"/>
                <a:ext cx="815622" cy="1284027"/>
              </a:xfrm>
              <a:custGeom>
                <a:rect b="b" l="l" r="r" t="t"/>
                <a:pathLst>
                  <a:path extrusionOk="0" h="1439" w="914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32"/>
              <p:cNvSpPr/>
              <p:nvPr/>
            </p:nvSpPr>
            <p:spPr>
              <a:xfrm>
                <a:off x="6942105" y="1981405"/>
                <a:ext cx="425511" cy="571206"/>
              </a:xfrm>
              <a:custGeom>
                <a:rect b="b" l="l" r="r" t="t"/>
                <a:pathLst>
                  <a:path extrusionOk="0" h="641" w="477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" name="Google Shape;530;p32"/>
              <p:cNvSpPr/>
              <p:nvPr/>
            </p:nvSpPr>
            <p:spPr>
              <a:xfrm>
                <a:off x="7548715" y="3707962"/>
                <a:ext cx="309092" cy="272328"/>
              </a:xfrm>
              <a:custGeom>
                <a:rect b="b" l="l" r="r" t="t"/>
                <a:pathLst>
                  <a:path extrusionOk="0" h="305" w="347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p32"/>
              <p:cNvSpPr/>
              <p:nvPr/>
            </p:nvSpPr>
            <p:spPr>
              <a:xfrm>
                <a:off x="7550077" y="3796469"/>
                <a:ext cx="332921" cy="230117"/>
              </a:xfrm>
              <a:custGeom>
                <a:rect b="b" l="l" r="r" t="t"/>
                <a:pathLst>
                  <a:path extrusionOk="0" h="258" w="373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" name="Google Shape;532;p32"/>
              <p:cNvSpPr/>
              <p:nvPr/>
            </p:nvSpPr>
            <p:spPr>
              <a:xfrm>
                <a:off x="6908745" y="3707962"/>
                <a:ext cx="312496" cy="272328"/>
              </a:xfrm>
              <a:custGeom>
                <a:rect b="b" l="l" r="r" t="t"/>
                <a:pathLst>
                  <a:path extrusionOk="0" h="305" w="35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" name="Google Shape;533;p32"/>
              <p:cNvSpPr/>
              <p:nvPr/>
            </p:nvSpPr>
            <p:spPr>
              <a:xfrm>
                <a:off x="6886959" y="3796469"/>
                <a:ext cx="332239" cy="230117"/>
              </a:xfrm>
              <a:custGeom>
                <a:rect b="b" l="l" r="r" t="t"/>
                <a:pathLst>
                  <a:path extrusionOk="0" h="258" w="373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" name="Google Shape;534;p32"/>
              <p:cNvSpPr/>
              <p:nvPr/>
            </p:nvSpPr>
            <p:spPr>
              <a:xfrm>
                <a:off x="7212391" y="2059699"/>
                <a:ext cx="548060" cy="518785"/>
              </a:xfrm>
              <a:custGeom>
                <a:rect b="b" l="l" r="r" t="t"/>
                <a:pathLst>
                  <a:path extrusionOk="0" h="582" w="615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535;p32"/>
              <p:cNvSpPr/>
              <p:nvPr/>
            </p:nvSpPr>
            <p:spPr>
              <a:xfrm>
                <a:off x="7370341" y="2319091"/>
                <a:ext cx="184502" cy="54466"/>
              </a:xfrm>
              <a:custGeom>
                <a:rect b="b" l="l" r="r" t="t"/>
                <a:pathLst>
                  <a:path extrusionOk="0" h="80" w="271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02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" name="Google Shape;536;p32"/>
              <p:cNvSpPr/>
              <p:nvPr/>
            </p:nvSpPr>
            <p:spPr>
              <a:xfrm>
                <a:off x="6615312" y="2037232"/>
                <a:ext cx="395556" cy="444575"/>
              </a:xfrm>
              <a:custGeom>
                <a:rect b="b" l="l" r="r" t="t"/>
                <a:pathLst>
                  <a:path extrusionOk="0" h="498" w="443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" name="Google Shape;537;p32"/>
              <p:cNvSpPr/>
              <p:nvPr/>
            </p:nvSpPr>
            <p:spPr>
              <a:xfrm>
                <a:off x="6534295" y="2008637"/>
                <a:ext cx="111654" cy="141611"/>
              </a:xfrm>
              <a:custGeom>
                <a:rect b="b" l="l" r="r" t="t"/>
                <a:pathLst>
                  <a:path extrusionOk="0" h="159" w="125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32"/>
              <p:cNvSpPr/>
              <p:nvPr/>
            </p:nvSpPr>
            <p:spPr>
              <a:xfrm>
                <a:off x="6565612" y="2143440"/>
                <a:ext cx="33360" cy="2723"/>
              </a:xfrm>
              <a:custGeom>
                <a:rect b="b" l="l" r="r" t="t"/>
                <a:pathLst>
                  <a:path extrusionOk="0" h="3" w="37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32"/>
              <p:cNvSpPr/>
              <p:nvPr/>
            </p:nvSpPr>
            <p:spPr>
              <a:xfrm>
                <a:off x="6539060" y="2073996"/>
                <a:ext cx="99400" cy="72167"/>
              </a:xfrm>
              <a:custGeom>
                <a:rect b="b" l="l" r="r" t="t"/>
                <a:pathLst>
                  <a:path extrusionOk="0" h="81" w="112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32"/>
              <p:cNvSpPr/>
              <p:nvPr/>
            </p:nvSpPr>
            <p:spPr>
              <a:xfrm>
                <a:off x="6586037" y="1939875"/>
                <a:ext cx="5447" cy="49019"/>
              </a:xfrm>
              <a:custGeom>
                <a:rect b="b" l="l" r="r" t="t"/>
                <a:pathLst>
                  <a:path extrusionOk="0" h="72" w="8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41" name="Google Shape;541;p32"/>
              <p:cNvCxnSpPr/>
              <p:nvPr/>
            </p:nvCxnSpPr>
            <p:spPr>
              <a:xfrm flipH="1">
                <a:off x="6586084" y="1939875"/>
                <a:ext cx="5400" cy="489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542" name="Google Shape;542;p32"/>
              <p:cNvSpPr/>
              <p:nvPr/>
            </p:nvSpPr>
            <p:spPr>
              <a:xfrm>
                <a:off x="6576506" y="1939194"/>
                <a:ext cx="24510" cy="51742"/>
              </a:xfrm>
              <a:custGeom>
                <a:rect b="b" l="l" r="r" t="t"/>
                <a:pathLst>
                  <a:path extrusionOk="0" h="76" w="36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32"/>
              <p:cNvSpPr/>
              <p:nvPr/>
            </p:nvSpPr>
            <p:spPr>
              <a:xfrm>
                <a:off x="6547911" y="1973235"/>
                <a:ext cx="61274" cy="160673"/>
              </a:xfrm>
              <a:custGeom>
                <a:rect b="b" l="l" r="r" t="t"/>
                <a:pathLst>
                  <a:path extrusionOk="0" h="180" w="69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32"/>
              <p:cNvSpPr/>
              <p:nvPr/>
            </p:nvSpPr>
            <p:spPr>
              <a:xfrm>
                <a:off x="6521359" y="1732225"/>
                <a:ext cx="161354" cy="202203"/>
              </a:xfrm>
              <a:custGeom>
                <a:rect b="b" l="l" r="r" t="t"/>
                <a:pathLst>
                  <a:path extrusionOk="0" h="227" w="181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32"/>
              <p:cNvSpPr/>
              <p:nvPr/>
            </p:nvSpPr>
            <p:spPr>
              <a:xfrm>
                <a:off x="6502296" y="1708396"/>
                <a:ext cx="197438" cy="255987"/>
              </a:xfrm>
              <a:custGeom>
                <a:rect b="b" l="l" r="r" t="t"/>
                <a:pathLst>
                  <a:path extrusionOk="0" h="287" w="221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32"/>
              <p:cNvSpPr/>
              <p:nvPr/>
            </p:nvSpPr>
            <p:spPr>
              <a:xfrm>
                <a:off x="6505019" y="2005233"/>
                <a:ext cx="101442" cy="123228"/>
              </a:xfrm>
              <a:custGeom>
                <a:rect b="b" l="l" r="r" t="t"/>
                <a:pathLst>
                  <a:path extrusionOk="0" h="138" w="114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32"/>
              <p:cNvSpPr/>
              <p:nvPr/>
            </p:nvSpPr>
            <p:spPr>
              <a:xfrm>
                <a:off x="6539741" y="1976639"/>
                <a:ext cx="118462" cy="117101"/>
              </a:xfrm>
              <a:custGeom>
                <a:rect b="b" l="l" r="r" t="t"/>
                <a:pathLst>
                  <a:path extrusionOk="0" h="131" w="133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" name="Google Shape;548;p32"/>
              <p:cNvSpPr/>
              <p:nvPr/>
            </p:nvSpPr>
            <p:spPr>
              <a:xfrm>
                <a:off x="6539741" y="2022935"/>
                <a:ext cx="60593" cy="51061"/>
              </a:xfrm>
              <a:custGeom>
                <a:rect b="b" l="l" r="r" t="t"/>
                <a:pathLst>
                  <a:path extrusionOk="0" h="57" w="68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" name="Google Shape;549;p32"/>
              <p:cNvSpPr/>
              <p:nvPr/>
            </p:nvSpPr>
            <p:spPr>
              <a:xfrm>
                <a:off x="6533614" y="2097825"/>
                <a:ext cx="53785" cy="10893"/>
              </a:xfrm>
              <a:custGeom>
                <a:rect b="b" l="l" r="r" t="t"/>
                <a:pathLst>
                  <a:path extrusionOk="0" h="12" w="6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" name="Google Shape;550;p32"/>
              <p:cNvSpPr/>
              <p:nvPr/>
            </p:nvSpPr>
            <p:spPr>
              <a:xfrm>
                <a:off x="6534295" y="2068549"/>
                <a:ext cx="63316" cy="10893"/>
              </a:xfrm>
              <a:custGeom>
                <a:rect b="b" l="l" r="r" t="t"/>
                <a:pathLst>
                  <a:path extrusionOk="0" h="12" w="71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32"/>
              <p:cNvSpPr/>
              <p:nvPr/>
            </p:nvSpPr>
            <p:spPr>
              <a:xfrm>
                <a:off x="6539741" y="2042678"/>
                <a:ext cx="51742" cy="14297"/>
              </a:xfrm>
              <a:custGeom>
                <a:rect b="b" l="l" r="r" t="t"/>
                <a:pathLst>
                  <a:path extrusionOk="0" h="16" w="58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32"/>
              <p:cNvSpPr/>
              <p:nvPr/>
            </p:nvSpPr>
            <p:spPr>
              <a:xfrm>
                <a:off x="6590803" y="2051529"/>
                <a:ext cx="681" cy="5447"/>
              </a:xfrm>
              <a:custGeom>
                <a:rect b="b" l="l" r="r" t="t"/>
                <a:pathLst>
                  <a:path extrusionOk="0" h="6" w="1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32"/>
              <p:cNvSpPr/>
              <p:nvPr/>
            </p:nvSpPr>
            <p:spPr>
              <a:xfrm>
                <a:off x="6601015" y="2027700"/>
                <a:ext cx="411214" cy="510615"/>
              </a:xfrm>
              <a:custGeom>
                <a:rect b="b" l="l" r="r" t="t"/>
                <a:pathLst>
                  <a:path extrusionOk="0" h="573" w="461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32"/>
              <p:cNvSpPr/>
              <p:nvPr/>
            </p:nvSpPr>
            <p:spPr>
              <a:xfrm>
                <a:off x="6904660" y="2201309"/>
                <a:ext cx="66040" cy="290029"/>
              </a:xfrm>
              <a:custGeom>
                <a:rect b="b" l="l" r="r" t="t"/>
                <a:pathLst>
                  <a:path extrusionOk="0" h="325" w="74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02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32"/>
              <p:cNvSpPr/>
              <p:nvPr/>
            </p:nvSpPr>
            <p:spPr>
              <a:xfrm>
                <a:off x="6925085" y="1981405"/>
                <a:ext cx="442532" cy="590271"/>
              </a:xfrm>
              <a:custGeom>
                <a:rect b="b" l="l" r="r" t="t"/>
                <a:pathLst>
                  <a:path extrusionOk="0" h="662" w="496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32"/>
              <p:cNvSpPr/>
              <p:nvPr/>
            </p:nvSpPr>
            <p:spPr>
              <a:xfrm>
                <a:off x="6888321" y="2511763"/>
                <a:ext cx="822429" cy="1230922"/>
              </a:xfrm>
              <a:custGeom>
                <a:rect b="b" l="l" r="r" t="t"/>
                <a:pathLst>
                  <a:path extrusionOk="0" h="1380" w="922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32"/>
              <p:cNvSpPr/>
              <p:nvPr/>
            </p:nvSpPr>
            <p:spPr>
              <a:xfrm>
                <a:off x="7078269" y="1878601"/>
                <a:ext cx="125271" cy="239648"/>
              </a:xfrm>
              <a:custGeom>
                <a:rect b="b" l="l" r="r" t="t"/>
                <a:pathLst>
                  <a:path extrusionOk="0" h="269" w="14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32"/>
              <p:cNvSpPr/>
              <p:nvPr/>
            </p:nvSpPr>
            <p:spPr>
              <a:xfrm>
                <a:off x="7203540" y="1907876"/>
                <a:ext cx="0" cy="22467"/>
              </a:xfrm>
              <a:custGeom>
                <a:rect b="b" l="l" r="r" t="t"/>
                <a:pathLst>
                  <a:path extrusionOk="0" h="25" w="12000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32"/>
              <p:cNvSpPr/>
              <p:nvPr/>
            </p:nvSpPr>
            <p:spPr>
              <a:xfrm>
                <a:off x="7086439" y="1907876"/>
                <a:ext cx="117101" cy="61274"/>
              </a:xfrm>
              <a:custGeom>
                <a:rect b="b" l="l" r="r" t="t"/>
                <a:pathLst>
                  <a:path extrusionOk="0" h="69" w="131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32"/>
              <p:cNvSpPr/>
              <p:nvPr/>
            </p:nvSpPr>
            <p:spPr>
              <a:xfrm>
                <a:off x="7004741" y="1678440"/>
                <a:ext cx="240330" cy="294795"/>
              </a:xfrm>
              <a:custGeom>
                <a:rect b="b" l="l" r="r" t="t"/>
                <a:pathLst>
                  <a:path extrusionOk="0" h="330" w="27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32"/>
              <p:cNvSpPr/>
              <p:nvPr/>
            </p:nvSpPr>
            <p:spPr>
              <a:xfrm>
                <a:off x="7145670" y="1845241"/>
                <a:ext cx="43572" cy="21786"/>
              </a:xfrm>
              <a:custGeom>
                <a:rect b="b" l="l" r="r" t="t"/>
                <a:pathLst>
                  <a:path extrusionOk="0" h="24" w="49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32"/>
              <p:cNvSpPr/>
              <p:nvPr/>
            </p:nvSpPr>
            <p:spPr>
              <a:xfrm>
                <a:off x="7004741" y="1828220"/>
                <a:ext cx="15659" cy="17020"/>
              </a:xfrm>
              <a:custGeom>
                <a:rect b="b" l="l" r="r" t="t"/>
                <a:pathLst>
                  <a:path extrusionOk="0" h="19" w="18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32"/>
              <p:cNvSpPr/>
              <p:nvPr/>
            </p:nvSpPr>
            <p:spPr>
              <a:xfrm>
                <a:off x="7028569" y="1805073"/>
                <a:ext cx="25191" cy="44934"/>
              </a:xfrm>
              <a:custGeom>
                <a:rect b="b" l="l" r="r" t="t"/>
                <a:pathLst>
                  <a:path extrusionOk="0" h="50" w="28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" name="Google Shape;564;p32"/>
              <p:cNvSpPr/>
              <p:nvPr/>
            </p:nvSpPr>
            <p:spPr>
              <a:xfrm>
                <a:off x="7097332" y="1749245"/>
                <a:ext cx="61274" cy="64678"/>
              </a:xfrm>
              <a:custGeom>
                <a:rect b="b" l="l" r="r" t="t"/>
                <a:pathLst>
                  <a:path extrusionOk="0" h="73" w="69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" name="Google Shape;565;p32"/>
              <p:cNvSpPr/>
              <p:nvPr/>
            </p:nvSpPr>
            <p:spPr>
              <a:xfrm>
                <a:off x="7010868" y="1752649"/>
                <a:ext cx="49019" cy="48338"/>
              </a:xfrm>
              <a:custGeom>
                <a:rect b="b" l="l" r="r" t="t"/>
                <a:pathLst>
                  <a:path extrusionOk="0" h="54" w="55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32"/>
              <p:cNvSpPr/>
              <p:nvPr/>
            </p:nvSpPr>
            <p:spPr>
              <a:xfrm>
                <a:off x="7228049" y="1789414"/>
                <a:ext cx="66040" cy="129356"/>
              </a:xfrm>
              <a:custGeom>
                <a:rect b="b" l="l" r="r" t="t"/>
                <a:pathLst>
                  <a:path extrusionOk="0" h="145" w="74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32"/>
              <p:cNvSpPr/>
              <p:nvPr/>
            </p:nvSpPr>
            <p:spPr>
              <a:xfrm>
                <a:off x="7234857" y="1819370"/>
                <a:ext cx="33360" cy="27233"/>
              </a:xfrm>
              <a:custGeom>
                <a:rect b="b" l="l" r="r" t="t"/>
                <a:pathLst>
                  <a:path extrusionOk="0" h="30" w="38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32"/>
              <p:cNvSpPr/>
              <p:nvPr/>
            </p:nvSpPr>
            <p:spPr>
              <a:xfrm>
                <a:off x="6982954" y="1615124"/>
                <a:ext cx="307050" cy="194714"/>
              </a:xfrm>
              <a:custGeom>
                <a:rect b="b" l="l" r="r" t="t"/>
                <a:pathLst>
                  <a:path extrusionOk="0" h="218" w="344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32"/>
              <p:cNvSpPr/>
              <p:nvPr/>
            </p:nvSpPr>
            <p:spPr>
              <a:xfrm>
                <a:off x="7394850" y="2367429"/>
                <a:ext cx="39487" cy="211054"/>
              </a:xfrm>
              <a:custGeom>
                <a:rect b="b" l="l" r="r" t="t"/>
                <a:pathLst>
                  <a:path extrusionOk="0" h="237" w="44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rgbClr val="27314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32"/>
              <p:cNvSpPr/>
              <p:nvPr/>
            </p:nvSpPr>
            <p:spPr>
              <a:xfrm>
                <a:off x="7071461" y="2201990"/>
                <a:ext cx="322709" cy="447298"/>
              </a:xfrm>
              <a:custGeom>
                <a:rect b="b" l="l" r="r" t="t"/>
                <a:pathLst>
                  <a:path extrusionOk="0" h="501" w="362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32"/>
              <p:cNvSpPr/>
              <p:nvPr/>
            </p:nvSpPr>
            <p:spPr>
              <a:xfrm>
                <a:off x="7197413" y="2319091"/>
                <a:ext cx="70800" cy="7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32"/>
              <p:cNvSpPr/>
              <p:nvPr/>
            </p:nvSpPr>
            <p:spPr>
              <a:xfrm>
                <a:off x="7270941" y="2312283"/>
                <a:ext cx="171567" cy="204927"/>
              </a:xfrm>
              <a:custGeom>
                <a:rect b="b" l="l" r="r" t="t"/>
                <a:pathLst>
                  <a:path extrusionOk="0" h="230" w="192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32"/>
              <p:cNvSpPr/>
              <p:nvPr/>
            </p:nvSpPr>
            <p:spPr>
              <a:xfrm>
                <a:off x="7104140" y="1805073"/>
                <a:ext cx="27233" cy="47657"/>
              </a:xfrm>
              <a:custGeom>
                <a:rect b="b" l="l" r="r" t="t"/>
                <a:pathLst>
                  <a:path extrusionOk="0" h="53" w="3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4" name="Google Shape;574;p32"/>
            <p:cNvGrpSpPr/>
            <p:nvPr/>
          </p:nvGrpSpPr>
          <p:grpSpPr>
            <a:xfrm>
              <a:off x="5350825" y="945922"/>
              <a:ext cx="669524" cy="947132"/>
              <a:chOff x="6000261" y="1225220"/>
              <a:chExt cx="627600" cy="887825"/>
            </a:xfrm>
          </p:grpSpPr>
          <p:sp>
            <p:nvSpPr>
              <p:cNvPr id="575" name="Google Shape;575;p32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32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rect b="b" l="l" r="r" t="t"/>
                <a:pathLst>
                  <a:path extrusionOk="0" h="78" w="718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32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32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32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32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32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32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p32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rect b="b" l="l" r="r" t="t"/>
                <a:pathLst>
                  <a:path extrusionOk="0" h="353" w="352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32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32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32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32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8" name="Google Shape;588;p32"/>
            <p:cNvGrpSpPr/>
            <p:nvPr/>
          </p:nvGrpSpPr>
          <p:grpSpPr>
            <a:xfrm flipH="1">
              <a:off x="6374171" y="713259"/>
              <a:ext cx="588491" cy="951052"/>
              <a:chOff x="1062996" y="1340396"/>
              <a:chExt cx="588491" cy="951052"/>
            </a:xfrm>
          </p:grpSpPr>
          <p:sp>
            <p:nvSpPr>
              <p:cNvPr id="589" name="Google Shape;589;p32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rect b="b" l="l" r="r" t="t"/>
                <a:pathLst>
                  <a:path extrusionOk="0" h="487" w="313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32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rect b="b" l="l" r="r" t="t"/>
                <a:pathLst>
                  <a:path extrusionOk="0" h="141" w="115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32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rect b="b" l="l" r="r" t="t"/>
                <a:pathLst>
                  <a:path extrusionOk="0" h="20" w="18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32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rect b="b" l="l" r="r" t="t"/>
                <a:pathLst>
                  <a:path extrusionOk="0" h="64" w="59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32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rect b="b" l="l" r="r" t="t"/>
                <a:pathLst>
                  <a:path extrusionOk="0" h="220" w="93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32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rect b="b" l="l" r="r" t="t"/>
                <a:pathLst>
                  <a:path extrusionOk="0" h="71" w="85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5" name="Google Shape;595;p32"/>
            <p:cNvGrpSpPr/>
            <p:nvPr/>
          </p:nvGrpSpPr>
          <p:grpSpPr>
            <a:xfrm>
              <a:off x="4997878" y="2657014"/>
              <a:ext cx="471946" cy="712345"/>
              <a:chOff x="2047101" y="2145599"/>
              <a:chExt cx="407553" cy="615151"/>
            </a:xfrm>
          </p:grpSpPr>
          <p:sp>
            <p:nvSpPr>
              <p:cNvPr id="596" name="Google Shape;596;p32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rect b="b" l="l" r="r" t="t"/>
                <a:pathLst>
                  <a:path extrusionOk="0" h="1325" w="879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" name="Google Shape;597;p32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rect b="b" l="l" r="r" t="t"/>
                <a:pathLst>
                  <a:path extrusionOk="0" h="439" w="879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" name="Google Shape;598;p32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32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rect b="b" l="l" r="r" t="t"/>
                <a:pathLst>
                  <a:path extrusionOk="0" h="170" w="384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600;p32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rect b="b" l="l" r="r" t="t"/>
                <a:pathLst>
                  <a:path extrusionOk="0" h="170" w="248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1;p32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rect b="b" l="l" r="r" t="t"/>
                <a:pathLst>
                  <a:path extrusionOk="0" h="107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32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32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32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32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rect b="b" l="l" r="r" t="t"/>
                <a:pathLst>
                  <a:path extrusionOk="0" h="107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32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32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32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32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rect b="b" l="l" r="r" t="t"/>
                <a:pathLst>
                  <a:path extrusionOk="0" h="107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32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" name="Google Shape;611;p32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" name="Google Shape;612;p32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32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rect b="b" l="l" r="r" t="t"/>
                <a:pathLst>
                  <a:path extrusionOk="0" h="107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32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32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32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rect b="b" l="l" r="r" t="t"/>
                <a:pathLst>
                  <a:path extrusionOk="0" h="106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32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rect b="b" l="l" r="r" t="t"/>
                <a:pathLst>
                  <a:path extrusionOk="0" h="106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618;p32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rect b="b" l="l" r="r" t="t"/>
                <a:pathLst>
                  <a:path extrusionOk="0" h="106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9" name="Google Shape;619;p32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rect b="b" l="l" r="r" t="t"/>
                <a:pathLst>
                  <a:path extrusionOk="0" h="247" w="156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32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rect b="b" l="l" r="r" t="t"/>
                <a:pathLst>
                  <a:path extrusionOk="0" h="74" w="141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32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rect b="b" l="l" r="r" t="t"/>
                <a:pathLst>
                  <a:path extrusionOk="0" h="74" w="141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32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rect b="b" l="l" r="r" t="t"/>
                <a:pathLst>
                  <a:path extrusionOk="0" h="74" w="106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32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rect b="b" l="l" r="r" t="t"/>
                <a:pathLst>
                  <a:path extrusionOk="0" h="74" w="106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32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rect b="b" l="l" r="r" t="t"/>
                <a:pathLst>
                  <a:path extrusionOk="0" h="74" w="106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32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rect b="b" l="l" r="r" t="t"/>
                <a:pathLst>
                  <a:path extrusionOk="0" h="58" w="261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6" name="Google Shape;626;p32"/>
            <p:cNvGrpSpPr/>
            <p:nvPr/>
          </p:nvGrpSpPr>
          <p:grpSpPr>
            <a:xfrm>
              <a:off x="7164619" y="1316177"/>
              <a:ext cx="415198" cy="415198"/>
              <a:chOff x="1404969" y="1106377"/>
              <a:chExt cx="415198" cy="415198"/>
            </a:xfrm>
          </p:grpSpPr>
          <p:sp>
            <p:nvSpPr>
              <p:cNvPr id="627" name="Google Shape;627;p32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rect b="b" l="l" r="r" t="t"/>
                <a:pathLst>
                  <a:path extrusionOk="0" h="474" w="474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32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rect b="b" l="l" r="r" t="t"/>
                <a:pathLst>
                  <a:path extrusionOk="0" h="343" w="348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29" name="Google Shape;629;p32"/>
            <p:cNvSpPr/>
            <p:nvPr/>
          </p:nvSpPr>
          <p:spPr>
            <a:xfrm>
              <a:off x="3840701" y="867524"/>
              <a:ext cx="531600" cy="876850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32"/>
            <p:cNvSpPr/>
            <p:nvPr/>
          </p:nvSpPr>
          <p:spPr>
            <a:xfrm>
              <a:off x="6535672" y="3138738"/>
              <a:ext cx="157450" cy="259725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32"/>
            <p:cNvSpPr/>
            <p:nvPr/>
          </p:nvSpPr>
          <p:spPr>
            <a:xfrm>
              <a:off x="5627753" y="3138762"/>
              <a:ext cx="653350" cy="64479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loo 2 ExtraBold"/>
              <a:buNone/>
              <a:defRPr b="0" i="0" sz="3200" u="none" cap="none" strike="noStrik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b="0" i="0" sz="3000" u="none" cap="none" strike="noStrik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b="0" i="0" sz="3000" u="none" cap="none" strike="noStrik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b="0" i="0" sz="3000" u="none" cap="none" strike="noStrik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b="0" i="0" sz="3000" u="none" cap="none" strike="noStrik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b="0" i="0" sz="3000" u="none" cap="none" strike="noStrik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b="0" i="0" sz="3000" u="none" cap="none" strike="noStrik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b="0" i="0" sz="3000" u="none" cap="none" strike="noStrik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b="0" i="0" sz="3000" u="none" cap="none" strike="noStrik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linkedin.com/in/zaky-rayadhi-16736b137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colab.research.google.com/drive/1T4miY_kiAtHkrO79wRzCdLOFpApci0Zs#scrollTo=UDk23Ba3gVPW" TargetMode="External"/><Relationship Id="rId4" Type="http://schemas.openxmlformats.org/officeDocument/2006/relationships/hyperlink" Target="https://drive.google.com/open?id=1PmKjMmhLSoldVbMqO73QRH7oARGLDRoq&amp;authuser=0" TargetMode="External"/><Relationship Id="rId5" Type="http://schemas.openxmlformats.org/officeDocument/2006/relationships/hyperlink" Target="https://drive.google.com/file/d/19lAhIdFKHAL5je0pxJ0StgjEyBEp5hYA/view?usp=drive_link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3"/>
          <p:cNvSpPr/>
          <p:nvPr/>
        </p:nvSpPr>
        <p:spPr>
          <a:xfrm>
            <a:off x="7330025" y="459500"/>
            <a:ext cx="1262100" cy="3504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7" name="Google Shape;637;p33"/>
          <p:cNvSpPr txBox="1"/>
          <p:nvPr>
            <p:ph type="ctrTitle"/>
          </p:nvPr>
        </p:nvSpPr>
        <p:spPr>
          <a:xfrm>
            <a:off x="713225" y="2634850"/>
            <a:ext cx="3862500" cy="138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 sz="4400"/>
              <a:t>Customer Segmentation and Lifetime Value Analysis</a:t>
            </a:r>
            <a:endParaRPr sz="4400"/>
          </a:p>
        </p:txBody>
      </p:sp>
      <p:sp>
        <p:nvSpPr>
          <p:cNvPr id="638" name="Google Shape;638;p33"/>
          <p:cNvSpPr txBox="1"/>
          <p:nvPr>
            <p:ph idx="1" type="subTitle"/>
          </p:nvPr>
        </p:nvSpPr>
        <p:spPr>
          <a:xfrm>
            <a:off x="713225" y="3970798"/>
            <a:ext cx="38625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Zaky Rayadhi</a:t>
            </a:r>
            <a:endParaRPr/>
          </a:p>
        </p:txBody>
      </p:sp>
      <p:sp>
        <p:nvSpPr>
          <p:cNvPr id="639" name="Google Shape;639;p33"/>
          <p:cNvSpPr txBox="1"/>
          <p:nvPr>
            <p:ph idx="1" type="subTitle"/>
          </p:nvPr>
        </p:nvSpPr>
        <p:spPr>
          <a:xfrm>
            <a:off x="7417325" y="432175"/>
            <a:ext cx="10875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chemeClr val="dk2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Dibimbing</a:t>
            </a:r>
            <a:endParaRPr>
              <a:solidFill>
                <a:schemeClr val="dk2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grpSp>
        <p:nvGrpSpPr>
          <p:cNvPr id="640" name="Google Shape;640;p33"/>
          <p:cNvGrpSpPr/>
          <p:nvPr/>
        </p:nvGrpSpPr>
        <p:grpSpPr>
          <a:xfrm>
            <a:off x="4765672" y="760436"/>
            <a:ext cx="3246799" cy="3446636"/>
            <a:chOff x="4765672" y="760436"/>
            <a:chExt cx="3246799" cy="3446636"/>
          </a:xfrm>
        </p:grpSpPr>
        <p:sp>
          <p:nvSpPr>
            <p:cNvPr id="641" name="Google Shape;641;p33"/>
            <p:cNvSpPr/>
            <p:nvPr/>
          </p:nvSpPr>
          <p:spPr>
            <a:xfrm>
              <a:off x="4980353" y="1104437"/>
              <a:ext cx="653350" cy="64479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2" name="Google Shape;642;p33"/>
            <p:cNvGrpSpPr/>
            <p:nvPr/>
          </p:nvGrpSpPr>
          <p:grpSpPr>
            <a:xfrm>
              <a:off x="5401276" y="1531636"/>
              <a:ext cx="1966177" cy="1269999"/>
              <a:chOff x="5401276" y="1531636"/>
              <a:chExt cx="1966177" cy="1269999"/>
            </a:xfrm>
          </p:grpSpPr>
          <p:sp>
            <p:nvSpPr>
              <p:cNvPr id="643" name="Google Shape;643;p33"/>
              <p:cNvSpPr/>
              <p:nvPr/>
            </p:nvSpPr>
            <p:spPr>
              <a:xfrm>
                <a:off x="5401276" y="1651521"/>
                <a:ext cx="1966177" cy="11501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33"/>
              <p:cNvSpPr/>
              <p:nvPr/>
            </p:nvSpPr>
            <p:spPr>
              <a:xfrm>
                <a:off x="5401276" y="1531636"/>
                <a:ext cx="1966109" cy="119885"/>
              </a:xfrm>
              <a:custGeom>
                <a:rect b="b" l="l" r="r" t="t"/>
                <a:pathLst>
                  <a:path extrusionOk="0" h="153" w="2512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rgbClr val="4C69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33"/>
              <p:cNvSpPr/>
              <p:nvPr/>
            </p:nvSpPr>
            <p:spPr>
              <a:xfrm>
                <a:off x="5454368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33"/>
              <p:cNvSpPr/>
              <p:nvPr/>
            </p:nvSpPr>
            <p:spPr>
              <a:xfrm>
                <a:off x="5538287" y="1564176"/>
                <a:ext cx="55586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33"/>
              <p:cNvSpPr/>
              <p:nvPr/>
            </p:nvSpPr>
            <p:spPr>
              <a:xfrm>
                <a:off x="5623919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33"/>
              <p:cNvSpPr/>
              <p:nvPr/>
            </p:nvSpPr>
            <p:spPr>
              <a:xfrm>
                <a:off x="5498040" y="1803090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" name="Google Shape;649;p33"/>
              <p:cNvSpPr/>
              <p:nvPr/>
            </p:nvSpPr>
            <p:spPr>
              <a:xfrm>
                <a:off x="5498040" y="1983774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" name="Google Shape;650;p33"/>
              <p:cNvSpPr/>
              <p:nvPr/>
            </p:nvSpPr>
            <p:spPr>
              <a:xfrm>
                <a:off x="5498040" y="2165314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33"/>
              <p:cNvSpPr/>
              <p:nvPr/>
            </p:nvSpPr>
            <p:spPr>
              <a:xfrm>
                <a:off x="5498040" y="2345997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33"/>
              <p:cNvSpPr/>
              <p:nvPr/>
            </p:nvSpPr>
            <p:spPr>
              <a:xfrm>
                <a:off x="5498040" y="1888722"/>
                <a:ext cx="1773436" cy="834914"/>
              </a:xfrm>
              <a:custGeom>
                <a:rect b="b" l="l" r="r" t="t"/>
                <a:pathLst>
                  <a:path extrusionOk="0" h="1067" w="2266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33"/>
              <p:cNvSpPr/>
              <p:nvPr/>
            </p:nvSpPr>
            <p:spPr>
              <a:xfrm>
                <a:off x="5498040" y="1923831"/>
                <a:ext cx="1773436" cy="799805"/>
              </a:xfrm>
              <a:custGeom>
                <a:rect b="b" l="l" r="r" t="t"/>
                <a:pathLst>
                  <a:path extrusionOk="0" h="1022" w="2266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4" name="Google Shape;654;p33"/>
            <p:cNvGrpSpPr/>
            <p:nvPr/>
          </p:nvGrpSpPr>
          <p:grpSpPr>
            <a:xfrm>
              <a:off x="6490512" y="1274487"/>
              <a:ext cx="570358" cy="534450"/>
              <a:chOff x="6490512" y="890962"/>
              <a:chExt cx="570358" cy="534450"/>
            </a:xfrm>
          </p:grpSpPr>
          <p:sp>
            <p:nvSpPr>
              <p:cNvPr id="655" name="Google Shape;655;p33"/>
              <p:cNvSpPr/>
              <p:nvPr/>
            </p:nvSpPr>
            <p:spPr>
              <a:xfrm>
                <a:off x="6490512" y="946623"/>
                <a:ext cx="570358" cy="47878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p33"/>
              <p:cNvSpPr/>
              <p:nvPr/>
            </p:nvSpPr>
            <p:spPr>
              <a:xfrm>
                <a:off x="6581282" y="1372215"/>
                <a:ext cx="88883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p33"/>
              <p:cNvSpPr/>
              <p:nvPr/>
            </p:nvSpPr>
            <p:spPr>
              <a:xfrm>
                <a:off x="6530758" y="1361939"/>
                <a:ext cx="34372" cy="3517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" name="Google Shape;658;p33"/>
              <p:cNvSpPr/>
              <p:nvPr/>
            </p:nvSpPr>
            <p:spPr>
              <a:xfrm>
                <a:off x="6938367" y="1372215"/>
                <a:ext cx="89958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" name="Google Shape;659;p33"/>
              <p:cNvSpPr/>
              <p:nvPr/>
            </p:nvSpPr>
            <p:spPr>
              <a:xfrm>
                <a:off x="6888700" y="1361939"/>
                <a:ext cx="35177" cy="3517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" name="Google Shape;660;p33"/>
              <p:cNvSpPr/>
              <p:nvPr/>
            </p:nvSpPr>
            <p:spPr>
              <a:xfrm>
                <a:off x="6490512" y="890962"/>
                <a:ext cx="570309" cy="55661"/>
              </a:xfrm>
              <a:custGeom>
                <a:rect b="b" l="l" r="r" t="t"/>
                <a:pathLst>
                  <a:path extrusionOk="0" h="71" w="729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" name="Google Shape;661;p33"/>
              <p:cNvSpPr/>
              <p:nvPr/>
            </p:nvSpPr>
            <p:spPr>
              <a:xfrm>
                <a:off x="651448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" name="Google Shape;662;p33"/>
              <p:cNvSpPr/>
              <p:nvPr/>
            </p:nvSpPr>
            <p:spPr>
              <a:xfrm>
                <a:off x="655387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" name="Google Shape;663;p33"/>
              <p:cNvSpPr/>
              <p:nvPr/>
            </p:nvSpPr>
            <p:spPr>
              <a:xfrm>
                <a:off x="6593270" y="906376"/>
                <a:ext cx="26584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33"/>
              <p:cNvSpPr/>
              <p:nvPr/>
            </p:nvSpPr>
            <p:spPr>
              <a:xfrm>
                <a:off x="6591557" y="980876"/>
                <a:ext cx="368100" cy="36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33"/>
              <p:cNvSpPr/>
              <p:nvPr/>
            </p:nvSpPr>
            <p:spPr>
              <a:xfrm>
                <a:off x="6654069" y="1044243"/>
                <a:ext cx="236344" cy="236344"/>
              </a:xfrm>
              <a:custGeom>
                <a:rect b="b" l="l" r="r" t="t"/>
                <a:pathLst>
                  <a:path extrusionOk="0" h="301" w="302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33"/>
              <p:cNvSpPr/>
              <p:nvPr/>
            </p:nvSpPr>
            <p:spPr>
              <a:xfrm>
                <a:off x="6635229" y="1037393"/>
                <a:ext cx="116460" cy="110466"/>
              </a:xfrm>
              <a:custGeom>
                <a:rect b="b" l="l" r="r" t="t"/>
                <a:pathLst>
                  <a:path extrusionOk="0" h="141" w="149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7" name="Google Shape;667;p33"/>
            <p:cNvGrpSpPr/>
            <p:nvPr/>
          </p:nvGrpSpPr>
          <p:grpSpPr>
            <a:xfrm>
              <a:off x="5094926" y="2317556"/>
              <a:ext cx="717033" cy="1014339"/>
              <a:chOff x="5094926" y="2317556"/>
              <a:chExt cx="717033" cy="1014339"/>
            </a:xfrm>
          </p:grpSpPr>
          <p:sp>
            <p:nvSpPr>
              <p:cNvPr id="668" name="Google Shape;668;p33"/>
              <p:cNvSpPr/>
              <p:nvPr/>
            </p:nvSpPr>
            <p:spPr>
              <a:xfrm>
                <a:off x="5094926" y="2395159"/>
                <a:ext cx="717033" cy="93673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" name="Google Shape;669;p33"/>
              <p:cNvSpPr/>
              <p:nvPr/>
            </p:nvSpPr>
            <p:spPr>
              <a:xfrm>
                <a:off x="5094926" y="2317556"/>
                <a:ext cx="717009" cy="77604"/>
              </a:xfrm>
              <a:custGeom>
                <a:rect b="b" l="l" r="r" t="t"/>
                <a:pathLst>
                  <a:path extrusionOk="0" h="78" w="718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0" name="Google Shape;670;p33"/>
              <p:cNvSpPr/>
              <p:nvPr/>
            </p:nvSpPr>
            <p:spPr>
              <a:xfrm>
                <a:off x="512880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33"/>
              <p:cNvSpPr/>
              <p:nvPr/>
            </p:nvSpPr>
            <p:spPr>
              <a:xfrm>
                <a:off x="518345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33"/>
              <p:cNvSpPr/>
              <p:nvPr/>
            </p:nvSpPr>
            <p:spPr>
              <a:xfrm>
                <a:off x="5239202" y="2338323"/>
                <a:ext cx="34961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33"/>
              <p:cNvSpPr/>
              <p:nvPr/>
            </p:nvSpPr>
            <p:spPr>
              <a:xfrm>
                <a:off x="5209690" y="2827988"/>
                <a:ext cx="111394" cy="16280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33"/>
              <p:cNvSpPr/>
              <p:nvPr/>
            </p:nvSpPr>
            <p:spPr>
              <a:xfrm>
                <a:off x="5379106" y="2715409"/>
                <a:ext cx="112422" cy="27557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33"/>
              <p:cNvSpPr/>
              <p:nvPr/>
            </p:nvSpPr>
            <p:spPr>
              <a:xfrm>
                <a:off x="5548521" y="2613760"/>
                <a:ext cx="111394" cy="3770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33"/>
              <p:cNvSpPr/>
              <p:nvPr/>
            </p:nvSpPr>
            <p:spPr>
              <a:xfrm>
                <a:off x="5249039" y="2446530"/>
                <a:ext cx="351946" cy="353041"/>
              </a:xfrm>
              <a:custGeom>
                <a:rect b="b" l="l" r="r" t="t"/>
                <a:pathLst>
                  <a:path extrusionOk="0" h="353" w="352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rgbClr val="38477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33"/>
              <p:cNvSpPr/>
              <p:nvPr/>
            </p:nvSpPr>
            <p:spPr>
              <a:xfrm>
                <a:off x="5176900" y="3061891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33"/>
              <p:cNvSpPr/>
              <p:nvPr/>
            </p:nvSpPr>
            <p:spPr>
              <a:xfrm>
                <a:off x="5176900" y="3122006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33"/>
              <p:cNvSpPr/>
              <p:nvPr/>
            </p:nvSpPr>
            <p:spPr>
              <a:xfrm>
                <a:off x="5237016" y="3182121"/>
                <a:ext cx="431522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33"/>
              <p:cNvSpPr/>
              <p:nvPr/>
            </p:nvSpPr>
            <p:spPr>
              <a:xfrm>
                <a:off x="5314619" y="3242236"/>
                <a:ext cx="276599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81" name="Google Shape;681;p33"/>
            <p:cNvSpPr/>
            <p:nvPr/>
          </p:nvSpPr>
          <p:spPr>
            <a:xfrm>
              <a:off x="5914065" y="760436"/>
              <a:ext cx="232055" cy="382764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33"/>
            <p:cNvSpPr/>
            <p:nvPr/>
          </p:nvSpPr>
          <p:spPr>
            <a:xfrm>
              <a:off x="7710871" y="1262143"/>
              <a:ext cx="301600" cy="497575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3" name="Google Shape;683;p33"/>
            <p:cNvGrpSpPr/>
            <p:nvPr/>
          </p:nvGrpSpPr>
          <p:grpSpPr>
            <a:xfrm>
              <a:off x="6655110" y="1951719"/>
              <a:ext cx="1239181" cy="2255353"/>
              <a:chOff x="7710885" y="1951719"/>
              <a:chExt cx="1239181" cy="2255353"/>
            </a:xfrm>
          </p:grpSpPr>
          <p:sp>
            <p:nvSpPr>
              <p:cNvPr id="684" name="Google Shape;684;p33"/>
              <p:cNvSpPr/>
              <p:nvPr/>
            </p:nvSpPr>
            <p:spPr>
              <a:xfrm>
                <a:off x="7999817" y="4017723"/>
                <a:ext cx="409554" cy="189349"/>
              </a:xfrm>
              <a:custGeom>
                <a:rect b="b" l="l" r="r" t="t"/>
                <a:pathLst>
                  <a:path extrusionOk="0" h="206" w="446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6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33"/>
              <p:cNvSpPr/>
              <p:nvPr/>
            </p:nvSpPr>
            <p:spPr>
              <a:xfrm>
                <a:off x="8421293" y="4017723"/>
                <a:ext cx="409554" cy="189349"/>
              </a:xfrm>
              <a:custGeom>
                <a:rect b="b" l="l" r="r" t="t"/>
                <a:pathLst>
                  <a:path extrusionOk="0" h="206" w="446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5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33"/>
              <p:cNvSpPr/>
              <p:nvPr/>
            </p:nvSpPr>
            <p:spPr>
              <a:xfrm>
                <a:off x="8168829" y="2965085"/>
                <a:ext cx="673940" cy="1132586"/>
              </a:xfrm>
              <a:custGeom>
                <a:rect b="b" l="l" r="r" t="t"/>
                <a:pathLst>
                  <a:path extrusionOk="0" h="1232" w="734">
                    <a:moveTo>
                      <a:pt x="136" y="0"/>
                    </a:moveTo>
                    <a:cubicBezTo>
                      <a:pt x="19" y="622"/>
                      <a:pt x="19" y="622"/>
                      <a:pt x="19" y="622"/>
                    </a:cubicBezTo>
                    <a:cubicBezTo>
                      <a:pt x="0" y="1201"/>
                      <a:pt x="0" y="1201"/>
                      <a:pt x="0" y="1201"/>
                    </a:cubicBezTo>
                    <a:cubicBezTo>
                      <a:pt x="0" y="1201"/>
                      <a:pt x="202" y="1223"/>
                      <a:pt x="282" y="1201"/>
                    </a:cubicBezTo>
                    <a:cubicBezTo>
                      <a:pt x="284" y="657"/>
                      <a:pt x="284" y="657"/>
                      <a:pt x="284" y="657"/>
                    </a:cubicBezTo>
                    <a:cubicBezTo>
                      <a:pt x="367" y="278"/>
                      <a:pt x="367" y="278"/>
                      <a:pt x="367" y="278"/>
                    </a:cubicBezTo>
                    <a:cubicBezTo>
                      <a:pt x="434" y="1215"/>
                      <a:pt x="434" y="1215"/>
                      <a:pt x="434" y="1215"/>
                    </a:cubicBezTo>
                    <a:cubicBezTo>
                      <a:pt x="434" y="1215"/>
                      <a:pt x="647" y="1232"/>
                      <a:pt x="734" y="1201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136" y="0"/>
                      <a:pt x="136" y="0"/>
                      <a:pt x="13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33"/>
              <p:cNvSpPr/>
              <p:nvPr/>
            </p:nvSpPr>
            <p:spPr>
              <a:xfrm>
                <a:off x="8051713" y="2361974"/>
                <a:ext cx="343633" cy="682356"/>
              </a:xfrm>
              <a:custGeom>
                <a:rect b="b" l="l" r="r" t="t"/>
                <a:pathLst>
                  <a:path extrusionOk="0" h="743" w="374">
                    <a:moveTo>
                      <a:pt x="343" y="587"/>
                    </a:moveTo>
                    <a:cubicBezTo>
                      <a:pt x="335" y="602"/>
                      <a:pt x="300" y="626"/>
                      <a:pt x="270" y="646"/>
                    </a:cubicBezTo>
                    <a:cubicBezTo>
                      <a:pt x="248" y="661"/>
                      <a:pt x="228" y="673"/>
                      <a:pt x="224" y="676"/>
                    </a:cubicBezTo>
                    <a:cubicBezTo>
                      <a:pt x="215" y="681"/>
                      <a:pt x="207" y="686"/>
                      <a:pt x="198" y="690"/>
                    </a:cubicBezTo>
                    <a:cubicBezTo>
                      <a:pt x="116" y="734"/>
                      <a:pt x="0" y="743"/>
                      <a:pt x="0" y="743"/>
                    </a:cubicBezTo>
                    <a:cubicBezTo>
                      <a:pt x="5" y="519"/>
                      <a:pt x="5" y="519"/>
                      <a:pt x="5" y="519"/>
                    </a:cubicBezTo>
                    <a:cubicBezTo>
                      <a:pt x="129" y="490"/>
                      <a:pt x="129" y="490"/>
                      <a:pt x="129" y="490"/>
                    </a:cubicBezTo>
                    <a:cubicBezTo>
                      <a:pt x="129" y="490"/>
                      <a:pt x="221" y="136"/>
                      <a:pt x="240" y="86"/>
                    </a:cubicBezTo>
                    <a:cubicBezTo>
                      <a:pt x="259" y="36"/>
                      <a:pt x="355" y="0"/>
                      <a:pt x="355" y="0"/>
                    </a:cubicBezTo>
                    <a:cubicBezTo>
                      <a:pt x="346" y="67"/>
                      <a:pt x="346" y="67"/>
                      <a:pt x="346" y="67"/>
                    </a:cubicBezTo>
                    <a:cubicBezTo>
                      <a:pt x="348" y="371"/>
                      <a:pt x="348" y="371"/>
                      <a:pt x="348" y="371"/>
                    </a:cubicBezTo>
                    <a:cubicBezTo>
                      <a:pt x="345" y="444"/>
                      <a:pt x="374" y="529"/>
                      <a:pt x="343" y="5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33"/>
              <p:cNvSpPr/>
              <p:nvPr/>
            </p:nvSpPr>
            <p:spPr>
              <a:xfrm>
                <a:off x="7986493" y="2838852"/>
                <a:ext cx="130500" cy="205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33"/>
              <p:cNvSpPr/>
              <p:nvPr/>
            </p:nvSpPr>
            <p:spPr>
              <a:xfrm>
                <a:off x="8234049" y="2584283"/>
                <a:ext cx="113609" cy="411658"/>
              </a:xfrm>
              <a:custGeom>
                <a:rect b="b" l="l" r="r" t="t"/>
                <a:pathLst>
                  <a:path extrusionOk="0" h="448" w="124">
                    <a:moveTo>
                      <a:pt x="67" y="275"/>
                    </a:moveTo>
                    <a:cubicBezTo>
                      <a:pt x="64" y="285"/>
                      <a:pt x="60" y="291"/>
                      <a:pt x="55" y="295"/>
                    </a:cubicBezTo>
                    <a:cubicBezTo>
                      <a:pt x="51" y="300"/>
                      <a:pt x="45" y="301"/>
                      <a:pt x="41" y="302"/>
                    </a:cubicBezTo>
                    <a:cubicBezTo>
                      <a:pt x="0" y="448"/>
                      <a:pt x="0" y="448"/>
                      <a:pt x="0" y="448"/>
                    </a:cubicBezTo>
                    <a:cubicBezTo>
                      <a:pt x="9" y="444"/>
                      <a:pt x="17" y="439"/>
                      <a:pt x="26" y="434"/>
                    </a:cubicBezTo>
                    <a:cubicBezTo>
                      <a:pt x="28" y="432"/>
                      <a:pt x="38" y="426"/>
                      <a:pt x="50" y="418"/>
                    </a:cubicBezTo>
                    <a:cubicBezTo>
                      <a:pt x="71" y="298"/>
                      <a:pt x="71" y="298"/>
                      <a:pt x="71" y="298"/>
                    </a:cubicBezTo>
                    <a:cubicBezTo>
                      <a:pt x="67" y="296"/>
                      <a:pt x="64" y="293"/>
                      <a:pt x="64" y="293"/>
                    </a:cubicBezTo>
                    <a:cubicBezTo>
                      <a:pt x="67" y="275"/>
                      <a:pt x="67" y="275"/>
                      <a:pt x="67" y="275"/>
                    </a:cubicBezTo>
                    <a:moveTo>
                      <a:pt x="124" y="0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8" y="143"/>
                      <a:pt x="93" y="144"/>
                      <a:pt x="99" y="145"/>
                    </a:cubicBezTo>
                    <a:cubicBezTo>
                      <a:pt x="122" y="14"/>
                      <a:pt x="122" y="14"/>
                      <a:pt x="122" y="14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33"/>
              <p:cNvSpPr/>
              <p:nvPr/>
            </p:nvSpPr>
            <p:spPr>
              <a:xfrm>
                <a:off x="8264204" y="2298858"/>
                <a:ext cx="522463" cy="815601"/>
              </a:xfrm>
              <a:custGeom>
                <a:rect b="b" l="l" r="r" t="t"/>
                <a:pathLst>
                  <a:path extrusionOk="0" h="887" w="569">
                    <a:moveTo>
                      <a:pt x="550" y="796"/>
                    </a:moveTo>
                    <a:cubicBezTo>
                      <a:pt x="555" y="837"/>
                      <a:pt x="555" y="837"/>
                      <a:pt x="555" y="837"/>
                    </a:cubicBezTo>
                    <a:cubicBezTo>
                      <a:pt x="484" y="882"/>
                      <a:pt x="303" y="887"/>
                      <a:pt x="190" y="875"/>
                    </a:cubicBezTo>
                    <a:cubicBezTo>
                      <a:pt x="114" y="867"/>
                      <a:pt x="8" y="832"/>
                      <a:pt x="0" y="825"/>
                    </a:cubicBezTo>
                    <a:cubicBezTo>
                      <a:pt x="99" y="268"/>
                      <a:pt x="99" y="268"/>
                      <a:pt x="99" y="268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9" y="89"/>
                      <a:pt x="131" y="65"/>
                      <a:pt x="182" y="42"/>
                    </a:cubicBezTo>
                    <a:cubicBezTo>
                      <a:pt x="189" y="39"/>
                      <a:pt x="196" y="36"/>
                      <a:pt x="202" y="33"/>
                    </a:cubicBezTo>
                    <a:cubicBezTo>
                      <a:pt x="239" y="16"/>
                      <a:pt x="272" y="2"/>
                      <a:pt x="280" y="0"/>
                    </a:cubicBezTo>
                    <a:cubicBezTo>
                      <a:pt x="303" y="1"/>
                      <a:pt x="370" y="4"/>
                      <a:pt x="370" y="4"/>
                    </a:cubicBezTo>
                    <a:cubicBezTo>
                      <a:pt x="382" y="7"/>
                      <a:pt x="393" y="11"/>
                      <a:pt x="405" y="16"/>
                    </a:cubicBezTo>
                    <a:cubicBezTo>
                      <a:pt x="481" y="44"/>
                      <a:pt x="569" y="85"/>
                      <a:pt x="569" y="85"/>
                    </a:cubicBezTo>
                    <a:cubicBezTo>
                      <a:pt x="499" y="328"/>
                      <a:pt x="499" y="328"/>
                      <a:pt x="499" y="328"/>
                    </a:cubicBezTo>
                    <a:cubicBezTo>
                      <a:pt x="501" y="344"/>
                      <a:pt x="501" y="344"/>
                      <a:pt x="501" y="344"/>
                    </a:cubicBezTo>
                    <a:cubicBezTo>
                      <a:pt x="550" y="796"/>
                      <a:pt x="550" y="796"/>
                      <a:pt x="550" y="796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33"/>
              <p:cNvSpPr/>
              <p:nvPr/>
            </p:nvSpPr>
            <p:spPr>
              <a:xfrm>
                <a:off x="8394644" y="2599011"/>
                <a:ext cx="374490" cy="431294"/>
              </a:xfrm>
              <a:custGeom>
                <a:rect b="b" l="l" r="r" t="t"/>
                <a:pathLst>
                  <a:path extrusionOk="0" h="470" w="408">
                    <a:moveTo>
                      <a:pt x="336" y="0"/>
                    </a:moveTo>
                    <a:cubicBezTo>
                      <a:pt x="281" y="217"/>
                      <a:pt x="281" y="217"/>
                      <a:pt x="281" y="217"/>
                    </a:cubicBezTo>
                    <a:cubicBezTo>
                      <a:pt x="0" y="286"/>
                      <a:pt x="0" y="286"/>
                      <a:pt x="0" y="286"/>
                    </a:cubicBezTo>
                    <a:cubicBezTo>
                      <a:pt x="0" y="286"/>
                      <a:pt x="129" y="397"/>
                      <a:pt x="408" y="470"/>
                    </a:cubicBezTo>
                    <a:cubicBezTo>
                      <a:pt x="359" y="18"/>
                      <a:pt x="359" y="18"/>
                      <a:pt x="359" y="18"/>
                    </a:cubicBezTo>
                    <a:cubicBezTo>
                      <a:pt x="336" y="0"/>
                      <a:pt x="336" y="0"/>
                      <a:pt x="336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33"/>
              <p:cNvSpPr/>
              <p:nvPr/>
            </p:nvSpPr>
            <p:spPr>
              <a:xfrm>
                <a:off x="8473890" y="2174028"/>
                <a:ext cx="133245" cy="263685"/>
              </a:xfrm>
              <a:custGeom>
                <a:rect b="b" l="l" r="r" t="t"/>
                <a:pathLst>
                  <a:path extrusionOk="0" h="287" w="145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33"/>
              <p:cNvSpPr/>
              <p:nvPr/>
            </p:nvSpPr>
            <p:spPr>
              <a:xfrm>
                <a:off x="8605733" y="2215404"/>
                <a:ext cx="0" cy="1403"/>
              </a:xfrm>
              <a:custGeom>
                <a:rect b="b" l="l" r="r" t="t"/>
                <a:pathLst>
                  <a:path extrusionOk="0" h="1" w="12000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33"/>
              <p:cNvSpPr/>
              <p:nvPr/>
            </p:nvSpPr>
            <p:spPr>
              <a:xfrm>
                <a:off x="8475293" y="2216807"/>
                <a:ext cx="130440" cy="135349"/>
              </a:xfrm>
              <a:custGeom>
                <a:rect b="b" l="l" r="r" t="t"/>
                <a:pathLst>
                  <a:path extrusionOk="0" h="148" w="142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33"/>
              <p:cNvSpPr/>
              <p:nvPr/>
            </p:nvSpPr>
            <p:spPr>
              <a:xfrm>
                <a:off x="8181452" y="2713321"/>
                <a:ext cx="231426" cy="161998"/>
              </a:xfrm>
              <a:custGeom>
                <a:rect b="b" l="l" r="r" t="t"/>
                <a:pathLst>
                  <a:path extrusionOk="0" h="176" w="252">
                    <a:moveTo>
                      <a:pt x="158" y="124"/>
                    </a:moveTo>
                    <a:cubicBezTo>
                      <a:pt x="142" y="176"/>
                      <a:pt x="121" y="152"/>
                      <a:pt x="121" y="152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1" y="144"/>
                      <a:pt x="117" y="150"/>
                      <a:pt x="112" y="154"/>
                    </a:cubicBezTo>
                    <a:cubicBezTo>
                      <a:pt x="98" y="168"/>
                      <a:pt x="82" y="156"/>
                      <a:pt x="82" y="156"/>
                    </a:cubicBezTo>
                    <a:cubicBezTo>
                      <a:pt x="89" y="139"/>
                      <a:pt x="89" y="139"/>
                      <a:pt x="89" y="139"/>
                    </a:cubicBezTo>
                    <a:cubicBezTo>
                      <a:pt x="85" y="145"/>
                      <a:pt x="81" y="149"/>
                      <a:pt x="77" y="152"/>
                    </a:cubicBezTo>
                    <a:cubicBezTo>
                      <a:pt x="62" y="162"/>
                      <a:pt x="47" y="152"/>
                      <a:pt x="47" y="152"/>
                    </a:cubicBezTo>
                    <a:cubicBezTo>
                      <a:pt x="47" y="152"/>
                      <a:pt x="74" y="83"/>
                      <a:pt x="80" y="78"/>
                    </a:cubicBezTo>
                    <a:cubicBezTo>
                      <a:pt x="85" y="73"/>
                      <a:pt x="125" y="50"/>
                      <a:pt x="125" y="50"/>
                    </a:cubicBezTo>
                    <a:cubicBezTo>
                      <a:pt x="80" y="61"/>
                      <a:pt x="80" y="61"/>
                      <a:pt x="80" y="61"/>
                    </a:cubicBezTo>
                    <a:cubicBezTo>
                      <a:pt x="80" y="61"/>
                      <a:pt x="78" y="68"/>
                      <a:pt x="54" y="95"/>
                    </a:cubicBezTo>
                    <a:cubicBezTo>
                      <a:pt x="29" y="123"/>
                      <a:pt x="0" y="103"/>
                      <a:pt x="0" y="103"/>
                    </a:cubicBezTo>
                    <a:cubicBezTo>
                      <a:pt x="4" y="98"/>
                      <a:pt x="54" y="31"/>
                      <a:pt x="58" y="29"/>
                    </a:cubicBezTo>
                    <a:cubicBezTo>
                      <a:pt x="62" y="26"/>
                      <a:pt x="123" y="0"/>
                      <a:pt x="134" y="1"/>
                    </a:cubicBezTo>
                    <a:cubicBezTo>
                      <a:pt x="146" y="1"/>
                      <a:pt x="246" y="23"/>
                      <a:pt x="246" y="23"/>
                    </a:cubicBezTo>
                    <a:cubicBezTo>
                      <a:pt x="252" y="109"/>
                      <a:pt x="252" y="109"/>
                      <a:pt x="252" y="109"/>
                    </a:cubicBezTo>
                    <a:cubicBezTo>
                      <a:pt x="210" y="157"/>
                      <a:pt x="158" y="124"/>
                      <a:pt x="158" y="12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" name="Google Shape;696;p33"/>
              <p:cNvSpPr/>
              <p:nvPr/>
            </p:nvSpPr>
            <p:spPr>
              <a:xfrm>
                <a:off x="8252282" y="2781346"/>
                <a:ext cx="57506" cy="72233"/>
              </a:xfrm>
              <a:custGeom>
                <a:rect b="b" l="l" r="r" t="t"/>
                <a:pathLst>
                  <a:path extrusionOk="0" h="78" w="63">
                    <a:moveTo>
                      <a:pt x="63" y="0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4" y="75"/>
                      <a:pt x="8" y="71"/>
                      <a:pt x="12" y="65"/>
                    </a:cubicBezTo>
                    <a:cubicBezTo>
                      <a:pt x="12" y="65"/>
                      <a:pt x="27" y="32"/>
                      <a:pt x="30" y="27"/>
                    </a:cubicBezTo>
                    <a:cubicBezTo>
                      <a:pt x="34" y="22"/>
                      <a:pt x="61" y="1"/>
                      <a:pt x="63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" name="Google Shape;697;p33"/>
              <p:cNvSpPr/>
              <p:nvPr/>
            </p:nvSpPr>
            <p:spPr>
              <a:xfrm>
                <a:off x="8284541" y="2798878"/>
                <a:ext cx="41376" cy="56103"/>
              </a:xfrm>
              <a:custGeom>
                <a:rect b="b" l="l" r="r" t="t"/>
                <a:pathLst>
                  <a:path extrusionOk="0" h="61" w="45">
                    <a:moveTo>
                      <a:pt x="45" y="0"/>
                    </a:moveTo>
                    <a:cubicBezTo>
                      <a:pt x="43" y="1"/>
                      <a:pt x="23" y="9"/>
                      <a:pt x="19" y="12"/>
                    </a:cubicBezTo>
                    <a:cubicBezTo>
                      <a:pt x="16" y="15"/>
                      <a:pt x="4" y="49"/>
                      <a:pt x="0" y="61"/>
                    </a:cubicBezTo>
                    <a:cubicBezTo>
                      <a:pt x="5" y="57"/>
                      <a:pt x="9" y="51"/>
                      <a:pt x="12" y="41"/>
                    </a:cubicBezTo>
                    <a:cubicBezTo>
                      <a:pt x="12" y="41"/>
                      <a:pt x="20" y="20"/>
                      <a:pt x="22" y="15"/>
                    </a:cubicBezTo>
                    <a:cubicBezTo>
                      <a:pt x="24" y="11"/>
                      <a:pt x="43" y="1"/>
                      <a:pt x="45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33"/>
              <p:cNvSpPr/>
              <p:nvPr/>
            </p:nvSpPr>
            <p:spPr>
              <a:xfrm>
                <a:off x="8386930" y="2377403"/>
                <a:ext cx="563136" cy="631162"/>
              </a:xfrm>
              <a:custGeom>
                <a:rect b="b" l="l" r="r" t="t"/>
                <a:pathLst>
                  <a:path extrusionOk="0" h="687" w="613">
                    <a:moveTo>
                      <a:pt x="435" y="0"/>
                    </a:moveTo>
                    <a:cubicBezTo>
                      <a:pt x="510" y="34"/>
                      <a:pt x="613" y="580"/>
                      <a:pt x="538" y="634"/>
                    </a:cubicBezTo>
                    <a:cubicBezTo>
                      <a:pt x="464" y="687"/>
                      <a:pt x="8" y="527"/>
                      <a:pt x="8" y="527"/>
                    </a:cubicBezTo>
                    <a:cubicBezTo>
                      <a:pt x="8" y="527"/>
                      <a:pt x="0" y="425"/>
                      <a:pt x="28" y="381"/>
                    </a:cubicBezTo>
                    <a:cubicBezTo>
                      <a:pt x="367" y="429"/>
                      <a:pt x="367" y="429"/>
                      <a:pt x="367" y="429"/>
                    </a:cubicBezTo>
                    <a:cubicBezTo>
                      <a:pt x="367" y="429"/>
                      <a:pt x="345" y="303"/>
                      <a:pt x="344" y="241"/>
                    </a:cubicBezTo>
                    <a:cubicBezTo>
                      <a:pt x="346" y="114"/>
                      <a:pt x="435" y="0"/>
                      <a:pt x="4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33"/>
              <p:cNvSpPr/>
              <p:nvPr/>
            </p:nvSpPr>
            <p:spPr>
              <a:xfrm>
                <a:off x="7722808" y="2617945"/>
                <a:ext cx="561735" cy="307867"/>
              </a:xfrm>
              <a:custGeom>
                <a:rect b="b" l="l" r="r" t="t"/>
                <a:pathLst>
                  <a:path extrusionOk="0" h="335" w="611">
                    <a:moveTo>
                      <a:pt x="520" y="7"/>
                    </a:moveTo>
                    <a:cubicBezTo>
                      <a:pt x="519" y="3"/>
                      <a:pt x="515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20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33"/>
              <p:cNvSpPr/>
              <p:nvPr/>
            </p:nvSpPr>
            <p:spPr>
              <a:xfrm>
                <a:off x="8154803" y="2901267"/>
                <a:ext cx="301500" cy="24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33"/>
              <p:cNvSpPr/>
              <p:nvPr/>
            </p:nvSpPr>
            <p:spPr>
              <a:xfrm>
                <a:off x="7893923" y="2920202"/>
                <a:ext cx="96778" cy="34363"/>
              </a:xfrm>
              <a:custGeom>
                <a:rect b="b" l="l" r="r" t="t"/>
                <a:pathLst>
                  <a:path extrusionOk="0" h="37" w="105">
                    <a:moveTo>
                      <a:pt x="95" y="37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1" y="3"/>
                      <a:pt x="33" y="1"/>
                    </a:cubicBezTo>
                    <a:cubicBezTo>
                      <a:pt x="64" y="0"/>
                      <a:pt x="105" y="7"/>
                      <a:pt x="105" y="7"/>
                    </a:cubicBezTo>
                    <a:lnTo>
                      <a:pt x="95" y="3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33"/>
              <p:cNvSpPr/>
              <p:nvPr/>
            </p:nvSpPr>
            <p:spPr>
              <a:xfrm>
                <a:off x="7710885" y="2617945"/>
                <a:ext cx="561735" cy="307867"/>
              </a:xfrm>
              <a:custGeom>
                <a:rect b="b" l="l" r="r" t="t"/>
                <a:pathLst>
                  <a:path extrusionOk="0" h="335" w="611">
                    <a:moveTo>
                      <a:pt x="519" y="7"/>
                    </a:moveTo>
                    <a:cubicBezTo>
                      <a:pt x="518" y="3"/>
                      <a:pt x="514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19" y="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33"/>
              <p:cNvSpPr/>
              <p:nvPr/>
            </p:nvSpPr>
            <p:spPr>
              <a:xfrm>
                <a:off x="7902338" y="2748385"/>
                <a:ext cx="149463" cy="4501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33"/>
              <p:cNvSpPr/>
              <p:nvPr/>
            </p:nvSpPr>
            <p:spPr>
              <a:xfrm>
                <a:off x="7915662" y="2825528"/>
                <a:ext cx="200569" cy="164102"/>
              </a:xfrm>
              <a:custGeom>
                <a:rect b="b" l="l" r="r" t="t"/>
                <a:pathLst>
                  <a:path extrusionOk="0" h="178" w="218">
                    <a:moveTo>
                      <a:pt x="218" y="109"/>
                    </a:moveTo>
                    <a:cubicBezTo>
                      <a:pt x="214" y="126"/>
                      <a:pt x="204" y="152"/>
                      <a:pt x="183" y="160"/>
                    </a:cubicBezTo>
                    <a:cubicBezTo>
                      <a:pt x="152" y="170"/>
                      <a:pt x="66" y="178"/>
                      <a:pt x="50" y="162"/>
                    </a:cubicBezTo>
                    <a:cubicBezTo>
                      <a:pt x="34" y="146"/>
                      <a:pt x="0" y="28"/>
                      <a:pt x="0" y="28"/>
                    </a:cubicBezTo>
                    <a:cubicBezTo>
                      <a:pt x="0" y="28"/>
                      <a:pt x="23" y="21"/>
                      <a:pt x="34" y="43"/>
                    </a:cubicBezTo>
                    <a:cubicBezTo>
                      <a:pt x="44" y="65"/>
                      <a:pt x="64" y="123"/>
                      <a:pt x="64" y="12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3"/>
                      <a:pt x="69" y="0"/>
                      <a:pt x="78" y="13"/>
                    </a:cubicBezTo>
                    <a:cubicBezTo>
                      <a:pt x="87" y="26"/>
                      <a:pt x="95" y="105"/>
                      <a:pt x="95" y="105"/>
                    </a:cubicBezTo>
                    <a:cubicBezTo>
                      <a:pt x="86" y="7"/>
                      <a:pt x="86" y="7"/>
                      <a:pt x="86" y="7"/>
                    </a:cubicBezTo>
                    <a:cubicBezTo>
                      <a:pt x="86" y="7"/>
                      <a:pt x="110" y="3"/>
                      <a:pt x="114" y="28"/>
                    </a:cubicBezTo>
                    <a:cubicBezTo>
                      <a:pt x="118" y="54"/>
                      <a:pt x="127" y="113"/>
                      <a:pt x="127" y="113"/>
                    </a:cubicBezTo>
                    <a:cubicBezTo>
                      <a:pt x="121" y="44"/>
                      <a:pt x="121" y="44"/>
                      <a:pt x="121" y="44"/>
                    </a:cubicBezTo>
                    <a:cubicBezTo>
                      <a:pt x="121" y="44"/>
                      <a:pt x="143" y="44"/>
                      <a:pt x="148" y="67"/>
                    </a:cubicBezTo>
                    <a:cubicBezTo>
                      <a:pt x="151" y="85"/>
                      <a:pt x="156" y="108"/>
                      <a:pt x="156" y="108"/>
                    </a:cubicBezTo>
                    <a:lnTo>
                      <a:pt x="218" y="109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33"/>
              <p:cNvSpPr/>
              <p:nvPr/>
            </p:nvSpPr>
            <p:spPr>
              <a:xfrm>
                <a:off x="8373606" y="2021848"/>
                <a:ext cx="246854" cy="295945"/>
              </a:xfrm>
              <a:custGeom>
                <a:rect b="b" l="l" r="r" t="t"/>
                <a:pathLst>
                  <a:path extrusionOk="0" h="322" w="269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33"/>
              <p:cNvSpPr/>
              <p:nvPr/>
            </p:nvSpPr>
            <p:spPr>
              <a:xfrm>
                <a:off x="8516669" y="2180340"/>
                <a:ext cx="41376" cy="23142"/>
              </a:xfrm>
              <a:custGeom>
                <a:rect b="b" l="l" r="r" t="t"/>
                <a:pathLst>
                  <a:path extrusionOk="0" h="25" w="45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33"/>
              <p:cNvSpPr/>
              <p:nvPr/>
            </p:nvSpPr>
            <p:spPr>
              <a:xfrm>
                <a:off x="8377813" y="2206288"/>
                <a:ext cx="25247" cy="16831"/>
              </a:xfrm>
              <a:custGeom>
                <a:rect b="b" l="l" r="r" t="t"/>
                <a:pathLst>
                  <a:path extrusionOk="0" h="18" w="27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33"/>
              <p:cNvSpPr/>
              <p:nvPr/>
            </p:nvSpPr>
            <p:spPr>
              <a:xfrm>
                <a:off x="8404462" y="2170521"/>
                <a:ext cx="19636" cy="39272"/>
              </a:xfrm>
              <a:custGeom>
                <a:rect b="b" l="l" r="r" t="t"/>
                <a:pathLst>
                  <a:path extrusionOk="0" h="43" w="21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33"/>
              <p:cNvSpPr/>
              <p:nvPr/>
            </p:nvSpPr>
            <p:spPr>
              <a:xfrm>
                <a:off x="8472487" y="2158600"/>
                <a:ext cx="18935" cy="39272"/>
              </a:xfrm>
              <a:custGeom>
                <a:rect b="b" l="l" r="r" t="t"/>
                <a:pathLst>
                  <a:path extrusionOk="0" h="43" w="2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10;p33"/>
              <p:cNvSpPr/>
              <p:nvPr/>
            </p:nvSpPr>
            <p:spPr>
              <a:xfrm>
                <a:off x="8465475" y="2102496"/>
                <a:ext cx="64519" cy="59610"/>
              </a:xfrm>
              <a:custGeom>
                <a:rect b="b" l="l" r="r" t="t"/>
                <a:pathLst>
                  <a:path extrusionOk="0" h="65" w="7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" name="Google Shape;711;p33"/>
              <p:cNvSpPr/>
              <p:nvPr/>
            </p:nvSpPr>
            <p:spPr>
              <a:xfrm>
                <a:off x="8379917" y="2126340"/>
                <a:ext cx="44883" cy="51194"/>
              </a:xfrm>
              <a:custGeom>
                <a:rect b="b" l="l" r="r" t="t"/>
                <a:pathLst>
                  <a:path extrusionOk="0" h="56" w="49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" name="Google Shape;712;p33"/>
              <p:cNvSpPr/>
              <p:nvPr/>
            </p:nvSpPr>
            <p:spPr>
              <a:xfrm>
                <a:off x="8602227" y="2099691"/>
                <a:ext cx="70129" cy="122025"/>
              </a:xfrm>
              <a:custGeom>
                <a:rect b="b" l="l" r="r" t="t"/>
                <a:pathLst>
                  <a:path extrusionOk="0" h="133" w="76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" name="Google Shape;713;p33"/>
              <p:cNvSpPr/>
              <p:nvPr/>
            </p:nvSpPr>
            <p:spPr>
              <a:xfrm>
                <a:off x="8609941" y="2134054"/>
                <a:ext cx="30156" cy="30857"/>
              </a:xfrm>
              <a:custGeom>
                <a:rect b="b" l="l" r="r" t="t"/>
                <a:pathLst>
                  <a:path extrusionOk="0" h="34" w="33">
                    <a:moveTo>
                      <a:pt x="2" y="34"/>
                    </a:moveTo>
                    <a:cubicBezTo>
                      <a:pt x="3" y="34"/>
                      <a:pt x="4" y="33"/>
                      <a:pt x="4" y="32"/>
                    </a:cubicBezTo>
                    <a:cubicBezTo>
                      <a:pt x="4" y="32"/>
                      <a:pt x="4" y="22"/>
                      <a:pt x="10" y="18"/>
                    </a:cubicBezTo>
                    <a:cubicBezTo>
                      <a:pt x="12" y="17"/>
                      <a:pt x="16" y="17"/>
                      <a:pt x="20" y="19"/>
                    </a:cubicBezTo>
                    <a:cubicBezTo>
                      <a:pt x="21" y="19"/>
                      <a:pt x="22" y="19"/>
                      <a:pt x="22" y="18"/>
                    </a:cubicBezTo>
                    <a:cubicBezTo>
                      <a:pt x="22" y="17"/>
                      <a:pt x="22" y="16"/>
                      <a:pt x="21" y="16"/>
                    </a:cubicBezTo>
                    <a:cubicBezTo>
                      <a:pt x="16" y="14"/>
                      <a:pt x="12" y="14"/>
                      <a:pt x="8" y="16"/>
                    </a:cubicBezTo>
                    <a:cubicBezTo>
                      <a:pt x="7" y="16"/>
                      <a:pt x="6" y="17"/>
                      <a:pt x="6" y="18"/>
                    </a:cubicBezTo>
                    <a:cubicBezTo>
                      <a:pt x="8" y="10"/>
                      <a:pt x="13" y="4"/>
                      <a:pt x="18" y="4"/>
                    </a:cubicBezTo>
                    <a:cubicBezTo>
                      <a:pt x="21" y="3"/>
                      <a:pt x="24" y="5"/>
                      <a:pt x="27" y="8"/>
                    </a:cubicBezTo>
                    <a:cubicBezTo>
                      <a:pt x="29" y="10"/>
                      <a:pt x="30" y="13"/>
                      <a:pt x="30" y="13"/>
                    </a:cubicBezTo>
                    <a:cubicBezTo>
                      <a:pt x="31" y="13"/>
                      <a:pt x="31" y="14"/>
                      <a:pt x="32" y="13"/>
                    </a:cubicBezTo>
                    <a:cubicBezTo>
                      <a:pt x="33" y="13"/>
                      <a:pt x="33" y="12"/>
                      <a:pt x="33" y="11"/>
                    </a:cubicBezTo>
                    <a:cubicBezTo>
                      <a:pt x="33" y="11"/>
                      <a:pt x="28" y="0"/>
                      <a:pt x="18" y="1"/>
                    </a:cubicBezTo>
                    <a:cubicBezTo>
                      <a:pt x="8" y="2"/>
                      <a:pt x="0" y="16"/>
                      <a:pt x="1" y="32"/>
                    </a:cubicBezTo>
                    <a:cubicBezTo>
                      <a:pt x="1" y="33"/>
                      <a:pt x="1" y="34"/>
                      <a:pt x="2" y="34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33"/>
              <p:cNvSpPr/>
              <p:nvPr/>
            </p:nvSpPr>
            <p:spPr>
              <a:xfrm>
                <a:off x="8325918" y="1951719"/>
                <a:ext cx="323295" cy="246153"/>
              </a:xfrm>
              <a:custGeom>
                <a:rect b="b" l="l" r="r" t="t"/>
                <a:pathLst>
                  <a:path extrusionOk="0" h="268" w="352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5" name="Google Shape;715;p33"/>
            <p:cNvSpPr/>
            <p:nvPr/>
          </p:nvSpPr>
          <p:spPr>
            <a:xfrm>
              <a:off x="6208623" y="3034516"/>
              <a:ext cx="200575" cy="197948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33"/>
            <p:cNvSpPr/>
            <p:nvPr/>
          </p:nvSpPr>
          <p:spPr>
            <a:xfrm>
              <a:off x="4765672" y="1863625"/>
              <a:ext cx="157450" cy="259725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7" name="Google Shape;717;p33"/>
          <p:cNvSpPr txBox="1"/>
          <p:nvPr/>
        </p:nvSpPr>
        <p:spPr>
          <a:xfrm>
            <a:off x="709475" y="4438225"/>
            <a:ext cx="38625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Connect to </a:t>
            </a:r>
            <a:r>
              <a:rPr lang="en-GB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LinkedIn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34"/>
          <p:cNvSpPr txBox="1"/>
          <p:nvPr>
            <p:ph idx="13" type="subTitle"/>
          </p:nvPr>
        </p:nvSpPr>
        <p:spPr>
          <a:xfrm>
            <a:off x="3724069" y="1253126"/>
            <a:ext cx="3236787" cy="44476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Data Preparation</a:t>
            </a:r>
            <a:endParaRPr/>
          </a:p>
        </p:txBody>
      </p:sp>
      <p:sp>
        <p:nvSpPr>
          <p:cNvPr id="723" name="Google Shape;723;p34"/>
          <p:cNvSpPr txBox="1"/>
          <p:nvPr>
            <p:ph idx="5" type="title"/>
          </p:nvPr>
        </p:nvSpPr>
        <p:spPr>
          <a:xfrm>
            <a:off x="89253" y="1341773"/>
            <a:ext cx="730411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01</a:t>
            </a:r>
            <a:endParaRPr/>
          </a:p>
        </p:txBody>
      </p:sp>
      <p:sp>
        <p:nvSpPr>
          <p:cNvPr id="724" name="Google Shape;724;p34"/>
          <p:cNvSpPr txBox="1"/>
          <p:nvPr>
            <p:ph idx="9" type="subTitle"/>
          </p:nvPr>
        </p:nvSpPr>
        <p:spPr>
          <a:xfrm>
            <a:off x="569933" y="1338259"/>
            <a:ext cx="2446142" cy="7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Business and Data  Understanding</a:t>
            </a:r>
            <a:endParaRPr/>
          </a:p>
        </p:txBody>
      </p:sp>
      <p:sp>
        <p:nvSpPr>
          <p:cNvPr id="725" name="Google Shape;725;p34"/>
          <p:cNvSpPr txBox="1"/>
          <p:nvPr>
            <p:ph idx="15" type="subTitle"/>
          </p:nvPr>
        </p:nvSpPr>
        <p:spPr>
          <a:xfrm>
            <a:off x="2115275" y="3097164"/>
            <a:ext cx="2219260" cy="7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Dashboard and Analysis</a:t>
            </a:r>
            <a:endParaRPr/>
          </a:p>
        </p:txBody>
      </p:sp>
      <p:sp>
        <p:nvSpPr>
          <p:cNvPr id="726" name="Google Shape;726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GB"/>
              <a:t>Table of contents</a:t>
            </a:r>
            <a:endParaRPr/>
          </a:p>
        </p:txBody>
      </p:sp>
      <p:sp>
        <p:nvSpPr>
          <p:cNvPr id="727" name="Google Shape;727;p34"/>
          <p:cNvSpPr txBox="1"/>
          <p:nvPr>
            <p:ph idx="7" type="title"/>
          </p:nvPr>
        </p:nvSpPr>
        <p:spPr>
          <a:xfrm>
            <a:off x="3203840" y="1336009"/>
            <a:ext cx="727785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02</a:t>
            </a:r>
            <a:endParaRPr/>
          </a:p>
        </p:txBody>
      </p:sp>
      <p:sp>
        <p:nvSpPr>
          <p:cNvPr id="728" name="Google Shape;728;p34"/>
          <p:cNvSpPr txBox="1"/>
          <p:nvPr>
            <p:ph idx="8" type="title"/>
          </p:nvPr>
        </p:nvSpPr>
        <p:spPr>
          <a:xfrm>
            <a:off x="1595046" y="3086265"/>
            <a:ext cx="727785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03</a:t>
            </a:r>
            <a:endParaRPr/>
          </a:p>
        </p:txBody>
      </p:sp>
      <p:sp>
        <p:nvSpPr>
          <p:cNvPr id="729" name="Google Shape;729;p34"/>
          <p:cNvSpPr txBox="1"/>
          <p:nvPr/>
        </p:nvSpPr>
        <p:spPr>
          <a:xfrm>
            <a:off x="4854764" y="3086265"/>
            <a:ext cx="2390703" cy="71868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</a:pPr>
            <a:r>
              <a:rPr b="0" i="0" lang="en-GB" sz="2100" u="none" cap="none" strike="noStrik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Insight and Recommendation</a:t>
            </a:r>
            <a:endParaRPr/>
          </a:p>
        </p:txBody>
      </p:sp>
      <p:sp>
        <p:nvSpPr>
          <p:cNvPr id="730" name="Google Shape;730;p34"/>
          <p:cNvSpPr txBox="1"/>
          <p:nvPr/>
        </p:nvSpPr>
        <p:spPr>
          <a:xfrm>
            <a:off x="4189666" y="3084015"/>
            <a:ext cx="727785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</a:pPr>
            <a:r>
              <a:rPr b="0" i="0" lang="en-GB" sz="3000" u="none" cap="none" strike="noStrike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0</a:t>
            </a:r>
            <a:r>
              <a:rPr lang="en-GB" sz="3000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35"/>
          <p:cNvSpPr txBox="1"/>
          <p:nvPr>
            <p:ph type="title"/>
          </p:nvPr>
        </p:nvSpPr>
        <p:spPr>
          <a:xfrm>
            <a:off x="3871075" y="2969400"/>
            <a:ext cx="4559700" cy="130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Data and Business Understanding</a:t>
            </a:r>
            <a:endParaRPr/>
          </a:p>
        </p:txBody>
      </p:sp>
      <p:sp>
        <p:nvSpPr>
          <p:cNvPr id="736" name="Google Shape;736;p35"/>
          <p:cNvSpPr txBox="1"/>
          <p:nvPr>
            <p:ph idx="2" type="title"/>
          </p:nvPr>
        </p:nvSpPr>
        <p:spPr>
          <a:xfrm>
            <a:off x="3871075" y="2425725"/>
            <a:ext cx="9969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GB"/>
              <a:t>01</a:t>
            </a:r>
            <a:endParaRPr/>
          </a:p>
        </p:txBody>
      </p:sp>
      <p:sp>
        <p:nvSpPr>
          <p:cNvPr id="737" name="Google Shape;737;p35"/>
          <p:cNvSpPr txBox="1"/>
          <p:nvPr>
            <p:ph idx="1" type="subTitle"/>
          </p:nvPr>
        </p:nvSpPr>
        <p:spPr>
          <a:xfrm>
            <a:off x="3871075" y="4229000"/>
            <a:ext cx="45597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Apply problem-solving strategies in various contexts</a:t>
            </a:r>
            <a:endParaRPr/>
          </a:p>
        </p:txBody>
      </p:sp>
      <p:grpSp>
        <p:nvGrpSpPr>
          <p:cNvPr id="738" name="Google Shape;738;p35"/>
          <p:cNvGrpSpPr/>
          <p:nvPr/>
        </p:nvGrpSpPr>
        <p:grpSpPr>
          <a:xfrm>
            <a:off x="713221" y="502143"/>
            <a:ext cx="2987196" cy="3456293"/>
            <a:chOff x="713221" y="502143"/>
            <a:chExt cx="2987196" cy="3456293"/>
          </a:xfrm>
        </p:grpSpPr>
        <p:grpSp>
          <p:nvGrpSpPr>
            <p:cNvPr id="739" name="Google Shape;739;p35"/>
            <p:cNvGrpSpPr/>
            <p:nvPr/>
          </p:nvGrpSpPr>
          <p:grpSpPr>
            <a:xfrm>
              <a:off x="1974337" y="1193591"/>
              <a:ext cx="1726080" cy="1115462"/>
              <a:chOff x="4838012" y="1361547"/>
              <a:chExt cx="951900" cy="615156"/>
            </a:xfrm>
          </p:grpSpPr>
          <p:sp>
            <p:nvSpPr>
              <p:cNvPr id="740" name="Google Shape;740;p35"/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35"/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rect b="b" l="l" r="r" t="t"/>
                <a:pathLst>
                  <a:path extrusionOk="0" h="67" w="1089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35"/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35"/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35"/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35"/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" name="Google Shape;746;p35"/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rect b="b" l="l" r="r" t="t"/>
                <a:pathLst>
                  <a:path extrusionOk="0" h="343" w="342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" name="Google Shape;747;p35"/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rect b="b" l="l" r="r" t="t"/>
                <a:pathLst>
                  <a:path extrusionOk="0" h="338" w="342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" name="Google Shape;748;p35"/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rect b="b" l="l" r="r" t="t"/>
                <a:pathLst>
                  <a:path extrusionOk="0" h="163" w="171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" name="Google Shape;749;p35"/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0" name="Google Shape;750;p35"/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" name="Google Shape;751;p35"/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35"/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p35"/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4" name="Google Shape;754;p35"/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5" name="Google Shape;755;p35"/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6" name="Google Shape;756;p35"/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" name="Google Shape;757;p35"/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" name="Google Shape;758;p35"/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9" name="Google Shape;759;p35"/>
            <p:cNvGrpSpPr/>
            <p:nvPr/>
          </p:nvGrpSpPr>
          <p:grpSpPr>
            <a:xfrm>
              <a:off x="1442946" y="949677"/>
              <a:ext cx="437992" cy="437992"/>
              <a:chOff x="1309269" y="3291652"/>
              <a:chExt cx="415198" cy="415198"/>
            </a:xfrm>
          </p:grpSpPr>
          <p:sp>
            <p:nvSpPr>
              <p:cNvPr id="760" name="Google Shape;760;p35"/>
              <p:cNvSpPr/>
              <p:nvPr/>
            </p:nvSpPr>
            <p:spPr>
              <a:xfrm>
                <a:off x="1309269" y="3291652"/>
                <a:ext cx="415198" cy="415198"/>
              </a:xfrm>
              <a:custGeom>
                <a:rect b="b" l="l" r="r" t="t"/>
                <a:pathLst>
                  <a:path extrusionOk="0" h="474" w="474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" name="Google Shape;761;p35"/>
              <p:cNvSpPr/>
              <p:nvPr/>
            </p:nvSpPr>
            <p:spPr>
              <a:xfrm>
                <a:off x="1364756" y="3349053"/>
                <a:ext cx="304223" cy="299440"/>
              </a:xfrm>
              <a:custGeom>
                <a:rect b="b" l="l" r="r" t="t"/>
                <a:pathLst>
                  <a:path extrusionOk="0" h="343" w="348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62" name="Google Shape;762;p35"/>
            <p:cNvSpPr/>
            <p:nvPr/>
          </p:nvSpPr>
          <p:spPr>
            <a:xfrm>
              <a:off x="3052028" y="502143"/>
              <a:ext cx="560784" cy="924988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35"/>
            <p:cNvSpPr/>
            <p:nvPr/>
          </p:nvSpPr>
          <p:spPr>
            <a:xfrm>
              <a:off x="3003630" y="2329937"/>
              <a:ext cx="269949" cy="266432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35"/>
            <p:cNvSpPr/>
            <p:nvPr/>
          </p:nvSpPr>
          <p:spPr>
            <a:xfrm>
              <a:off x="3003613" y="2807213"/>
              <a:ext cx="166095" cy="273984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65" name="Google Shape;765;p35"/>
            <p:cNvGrpSpPr/>
            <p:nvPr/>
          </p:nvGrpSpPr>
          <p:grpSpPr>
            <a:xfrm>
              <a:off x="713221" y="1546974"/>
              <a:ext cx="1380703" cy="2411462"/>
              <a:chOff x="713221" y="1546974"/>
              <a:chExt cx="1380703" cy="2411462"/>
            </a:xfrm>
          </p:grpSpPr>
          <p:sp>
            <p:nvSpPr>
              <p:cNvPr id="766" name="Google Shape;766;p35"/>
              <p:cNvSpPr/>
              <p:nvPr/>
            </p:nvSpPr>
            <p:spPr>
              <a:xfrm flipH="1">
                <a:off x="1210219" y="1617779"/>
                <a:ext cx="451384" cy="297518"/>
              </a:xfrm>
              <a:custGeom>
                <a:rect b="b" l="l" r="r" t="t"/>
                <a:pathLst>
                  <a:path extrusionOk="0" h="334" w="506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35"/>
              <p:cNvSpPr/>
              <p:nvPr/>
            </p:nvSpPr>
            <p:spPr>
              <a:xfrm flipH="1">
                <a:off x="892277" y="2443613"/>
                <a:ext cx="815622" cy="1284025"/>
              </a:xfrm>
              <a:custGeom>
                <a:rect b="b" l="l" r="r" t="t"/>
                <a:pathLst>
                  <a:path extrusionOk="0" h="1439" w="914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35"/>
              <p:cNvSpPr/>
              <p:nvPr/>
            </p:nvSpPr>
            <p:spPr>
              <a:xfrm flipH="1">
                <a:off x="1228602" y="1913255"/>
                <a:ext cx="425512" cy="571207"/>
              </a:xfrm>
              <a:custGeom>
                <a:rect b="b" l="l" r="r" t="t"/>
                <a:pathLst>
                  <a:path extrusionOk="0" h="641" w="477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35"/>
              <p:cNvSpPr/>
              <p:nvPr/>
            </p:nvSpPr>
            <p:spPr>
              <a:xfrm flipH="1">
                <a:off x="738412" y="3639812"/>
                <a:ext cx="309092" cy="272328"/>
              </a:xfrm>
              <a:custGeom>
                <a:rect b="b" l="l" r="r" t="t"/>
                <a:pathLst>
                  <a:path extrusionOk="0" h="305" w="347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35"/>
              <p:cNvSpPr/>
              <p:nvPr/>
            </p:nvSpPr>
            <p:spPr>
              <a:xfrm flipH="1">
                <a:off x="713221" y="3728319"/>
                <a:ext cx="332921" cy="230117"/>
              </a:xfrm>
              <a:custGeom>
                <a:rect b="b" l="l" r="r" t="t"/>
                <a:pathLst>
                  <a:path extrusionOk="0" h="258" w="373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35"/>
              <p:cNvSpPr/>
              <p:nvPr/>
            </p:nvSpPr>
            <p:spPr>
              <a:xfrm flipH="1">
                <a:off x="1374978" y="3639812"/>
                <a:ext cx="312496" cy="272328"/>
              </a:xfrm>
              <a:custGeom>
                <a:rect b="b" l="l" r="r" t="t"/>
                <a:pathLst>
                  <a:path extrusionOk="0" h="305" w="35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35"/>
              <p:cNvSpPr/>
              <p:nvPr/>
            </p:nvSpPr>
            <p:spPr>
              <a:xfrm flipH="1">
                <a:off x="1377020" y="3728319"/>
                <a:ext cx="332240" cy="230117"/>
              </a:xfrm>
              <a:custGeom>
                <a:rect b="b" l="l" r="r" t="t"/>
                <a:pathLst>
                  <a:path extrusionOk="0" h="258" w="373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35"/>
              <p:cNvSpPr/>
              <p:nvPr/>
            </p:nvSpPr>
            <p:spPr>
              <a:xfrm flipH="1">
                <a:off x="835769" y="1991549"/>
                <a:ext cx="548060" cy="518784"/>
              </a:xfrm>
              <a:custGeom>
                <a:rect b="b" l="l" r="r" t="t"/>
                <a:pathLst>
                  <a:path extrusionOk="0" h="582" w="615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35"/>
              <p:cNvSpPr/>
              <p:nvPr/>
            </p:nvSpPr>
            <p:spPr>
              <a:xfrm flipH="1">
                <a:off x="1041376" y="2250941"/>
                <a:ext cx="184502" cy="54466"/>
              </a:xfrm>
              <a:custGeom>
                <a:rect b="b" l="l" r="r" t="t"/>
                <a:pathLst>
                  <a:path extrusionOk="0" h="80" w="271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02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35"/>
              <p:cNvSpPr/>
              <p:nvPr/>
            </p:nvSpPr>
            <p:spPr>
              <a:xfrm flipH="1">
                <a:off x="1585351" y="1969082"/>
                <a:ext cx="395556" cy="444574"/>
              </a:xfrm>
              <a:custGeom>
                <a:rect b="b" l="l" r="r" t="t"/>
                <a:pathLst>
                  <a:path extrusionOk="0" h="498" w="443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35"/>
              <p:cNvSpPr/>
              <p:nvPr/>
            </p:nvSpPr>
            <p:spPr>
              <a:xfrm flipH="1">
                <a:off x="1950270" y="1940487"/>
                <a:ext cx="111654" cy="141610"/>
              </a:xfrm>
              <a:custGeom>
                <a:rect b="b" l="l" r="r" t="t"/>
                <a:pathLst>
                  <a:path extrusionOk="0" h="159" w="125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35"/>
              <p:cNvSpPr/>
              <p:nvPr/>
            </p:nvSpPr>
            <p:spPr>
              <a:xfrm flipH="1">
                <a:off x="1997246" y="2075290"/>
                <a:ext cx="33360" cy="2723"/>
              </a:xfrm>
              <a:custGeom>
                <a:rect b="b" l="l" r="r" t="t"/>
                <a:pathLst>
                  <a:path extrusionOk="0" h="3" w="37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35"/>
              <p:cNvSpPr/>
              <p:nvPr/>
            </p:nvSpPr>
            <p:spPr>
              <a:xfrm flipH="1">
                <a:off x="1957759" y="2005846"/>
                <a:ext cx="99400" cy="72167"/>
              </a:xfrm>
              <a:custGeom>
                <a:rect b="b" l="l" r="r" t="t"/>
                <a:pathLst>
                  <a:path extrusionOk="0" h="81" w="112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35"/>
              <p:cNvSpPr/>
              <p:nvPr/>
            </p:nvSpPr>
            <p:spPr>
              <a:xfrm flipH="1">
                <a:off x="2004736" y="1871725"/>
                <a:ext cx="5447" cy="49019"/>
              </a:xfrm>
              <a:custGeom>
                <a:rect b="b" l="l" r="r" t="t"/>
                <a:pathLst>
                  <a:path extrusionOk="0" h="72" w="8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80" name="Google Shape;780;p35"/>
              <p:cNvCxnSpPr/>
              <p:nvPr/>
            </p:nvCxnSpPr>
            <p:spPr>
              <a:xfrm>
                <a:off x="2004736" y="1871725"/>
                <a:ext cx="5462" cy="48921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781" name="Google Shape;781;p35"/>
              <p:cNvSpPr/>
              <p:nvPr/>
            </p:nvSpPr>
            <p:spPr>
              <a:xfrm flipH="1">
                <a:off x="1995204" y="1871044"/>
                <a:ext cx="24509" cy="51742"/>
              </a:xfrm>
              <a:custGeom>
                <a:rect b="b" l="l" r="r" t="t"/>
                <a:pathLst>
                  <a:path extrusionOk="0" h="76" w="36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" name="Google Shape;782;p35"/>
              <p:cNvSpPr/>
              <p:nvPr/>
            </p:nvSpPr>
            <p:spPr>
              <a:xfrm flipH="1">
                <a:off x="1987034" y="1905085"/>
                <a:ext cx="61274" cy="160673"/>
              </a:xfrm>
              <a:custGeom>
                <a:rect b="b" l="l" r="r" t="t"/>
                <a:pathLst>
                  <a:path extrusionOk="0" h="180" w="69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35"/>
              <p:cNvSpPr/>
              <p:nvPr/>
            </p:nvSpPr>
            <p:spPr>
              <a:xfrm flipH="1">
                <a:off x="1913506" y="1664075"/>
                <a:ext cx="161354" cy="202203"/>
              </a:xfrm>
              <a:custGeom>
                <a:rect b="b" l="l" r="r" t="t"/>
                <a:pathLst>
                  <a:path extrusionOk="0" h="227" w="181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35"/>
              <p:cNvSpPr/>
              <p:nvPr/>
            </p:nvSpPr>
            <p:spPr>
              <a:xfrm flipH="1">
                <a:off x="1896486" y="1640246"/>
                <a:ext cx="197438" cy="255987"/>
              </a:xfrm>
              <a:custGeom>
                <a:rect b="b" l="l" r="r" t="t"/>
                <a:pathLst>
                  <a:path extrusionOk="0" h="287" w="221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35"/>
              <p:cNvSpPr/>
              <p:nvPr/>
            </p:nvSpPr>
            <p:spPr>
              <a:xfrm flipH="1">
                <a:off x="1989758" y="1937083"/>
                <a:ext cx="101442" cy="123228"/>
              </a:xfrm>
              <a:custGeom>
                <a:rect b="b" l="l" r="r" t="t"/>
                <a:pathLst>
                  <a:path extrusionOk="0" h="138" w="114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35"/>
              <p:cNvSpPr/>
              <p:nvPr/>
            </p:nvSpPr>
            <p:spPr>
              <a:xfrm flipH="1">
                <a:off x="1938015" y="1908489"/>
                <a:ext cx="118462" cy="117101"/>
              </a:xfrm>
              <a:custGeom>
                <a:rect b="b" l="l" r="r" t="t"/>
                <a:pathLst>
                  <a:path extrusionOk="0" h="131" w="133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35"/>
              <p:cNvSpPr/>
              <p:nvPr/>
            </p:nvSpPr>
            <p:spPr>
              <a:xfrm flipH="1">
                <a:off x="1980907" y="2003804"/>
                <a:ext cx="15659" cy="13616"/>
              </a:xfrm>
              <a:custGeom>
                <a:rect b="b" l="l" r="r" t="t"/>
                <a:pathLst>
                  <a:path extrusionOk="0" h="15" w="18">
                    <a:moveTo>
                      <a:pt x="1" y="0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1" y="3"/>
                      <a:pt x="2" y="4"/>
                      <a:pt x="3" y="6"/>
                    </a:cubicBezTo>
                    <a:cubicBezTo>
                      <a:pt x="7" y="10"/>
                      <a:pt x="12" y="13"/>
                      <a:pt x="18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14" y="13"/>
                      <a:pt x="12" y="11"/>
                      <a:pt x="9" y="9"/>
                    </a:cubicBezTo>
                    <a:cubicBezTo>
                      <a:pt x="7" y="8"/>
                      <a:pt x="6" y="6"/>
                      <a:pt x="4" y="4"/>
                    </a:cubicBezTo>
                    <a:cubicBezTo>
                      <a:pt x="4" y="4"/>
                      <a:pt x="4" y="4"/>
                      <a:pt x="3" y="3"/>
                    </a:cubicBezTo>
                    <a:cubicBezTo>
                      <a:pt x="3" y="2"/>
                      <a:pt x="2" y="1"/>
                      <a:pt x="1" y="0"/>
                    </a:cubicBezTo>
                  </a:path>
                </a:pathLst>
              </a:custGeom>
              <a:solidFill>
                <a:srgbClr val="FF643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35"/>
              <p:cNvSpPr/>
              <p:nvPr/>
            </p:nvSpPr>
            <p:spPr>
              <a:xfrm flipH="1">
                <a:off x="1995885" y="1954785"/>
                <a:ext cx="60593" cy="51061"/>
              </a:xfrm>
              <a:custGeom>
                <a:rect b="b" l="l" r="r" t="t"/>
                <a:pathLst>
                  <a:path extrusionOk="0" h="57" w="68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35"/>
              <p:cNvSpPr/>
              <p:nvPr/>
            </p:nvSpPr>
            <p:spPr>
              <a:xfrm flipH="1">
                <a:off x="1980907" y="1954785"/>
                <a:ext cx="75571" cy="62635"/>
              </a:xfrm>
              <a:custGeom>
                <a:rect b="b" l="l" r="r" t="t"/>
                <a:pathLst>
                  <a:path extrusionOk="0" h="70" w="85">
                    <a:moveTo>
                      <a:pt x="76" y="64"/>
                    </a:moveTo>
                    <a:cubicBezTo>
                      <a:pt x="79" y="66"/>
                      <a:pt x="81" y="68"/>
                      <a:pt x="85" y="70"/>
                    </a:cubicBezTo>
                    <a:cubicBezTo>
                      <a:pt x="82" y="68"/>
                      <a:pt x="79" y="66"/>
                      <a:pt x="76" y="64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14"/>
                      <a:pt x="15" y="22"/>
                      <a:pt x="29" y="22"/>
                    </a:cubicBezTo>
                    <a:cubicBezTo>
                      <a:pt x="40" y="22"/>
                      <a:pt x="51" y="17"/>
                      <a:pt x="61" y="9"/>
                    </a:cubicBezTo>
                    <a:cubicBezTo>
                      <a:pt x="61" y="9"/>
                      <a:pt x="53" y="34"/>
                      <a:pt x="68" y="55"/>
                    </a:cubicBezTo>
                    <a:cubicBezTo>
                      <a:pt x="69" y="56"/>
                      <a:pt x="70" y="57"/>
                      <a:pt x="70" y="58"/>
                    </a:cubicBezTo>
                    <a:cubicBezTo>
                      <a:pt x="56" y="40"/>
                      <a:pt x="61" y="17"/>
                      <a:pt x="63" y="11"/>
                    </a:cubicBezTo>
                    <a:cubicBezTo>
                      <a:pt x="64" y="6"/>
                      <a:pt x="64" y="6"/>
                      <a:pt x="64" y="6"/>
                    </a:cubicBezTo>
                    <a:cubicBezTo>
                      <a:pt x="59" y="9"/>
                      <a:pt x="59" y="9"/>
                      <a:pt x="59" y="9"/>
                    </a:cubicBezTo>
                    <a:cubicBezTo>
                      <a:pt x="54" y="11"/>
                      <a:pt x="49" y="14"/>
                      <a:pt x="43" y="16"/>
                    </a:cubicBezTo>
                    <a:cubicBezTo>
                      <a:pt x="37" y="18"/>
                      <a:pt x="32" y="19"/>
                      <a:pt x="26" y="19"/>
                    </a:cubicBezTo>
                    <a:cubicBezTo>
                      <a:pt x="26" y="19"/>
                      <a:pt x="25" y="19"/>
                      <a:pt x="25" y="19"/>
                    </a:cubicBezTo>
                    <a:cubicBezTo>
                      <a:pt x="20" y="19"/>
                      <a:pt x="14" y="18"/>
                      <a:pt x="9" y="14"/>
                    </a:cubicBezTo>
                    <a:cubicBezTo>
                      <a:pt x="5" y="11"/>
                      <a:pt x="1" y="6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35"/>
              <p:cNvSpPr/>
              <p:nvPr/>
            </p:nvSpPr>
            <p:spPr>
              <a:xfrm flipH="1">
                <a:off x="2008820" y="2029675"/>
                <a:ext cx="53785" cy="10893"/>
              </a:xfrm>
              <a:custGeom>
                <a:rect b="b" l="l" r="r" t="t"/>
                <a:pathLst>
                  <a:path extrusionOk="0" h="12" w="6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35"/>
              <p:cNvSpPr/>
              <p:nvPr/>
            </p:nvSpPr>
            <p:spPr>
              <a:xfrm flipH="1">
                <a:off x="1998608" y="2000399"/>
                <a:ext cx="63316" cy="10893"/>
              </a:xfrm>
              <a:custGeom>
                <a:rect b="b" l="l" r="r" t="t"/>
                <a:pathLst>
                  <a:path extrusionOk="0" h="12" w="71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35"/>
              <p:cNvSpPr/>
              <p:nvPr/>
            </p:nvSpPr>
            <p:spPr>
              <a:xfrm flipH="1">
                <a:off x="2004736" y="1974528"/>
                <a:ext cx="51742" cy="14297"/>
              </a:xfrm>
              <a:custGeom>
                <a:rect b="b" l="l" r="r" t="t"/>
                <a:pathLst>
                  <a:path extrusionOk="0" h="16" w="58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35"/>
              <p:cNvSpPr/>
              <p:nvPr/>
            </p:nvSpPr>
            <p:spPr>
              <a:xfrm flipH="1">
                <a:off x="2004736" y="1983379"/>
                <a:ext cx="681" cy="5447"/>
              </a:xfrm>
              <a:custGeom>
                <a:rect b="b" l="l" r="r" t="t"/>
                <a:pathLst>
                  <a:path extrusionOk="0" h="6" w="1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35"/>
              <p:cNvSpPr/>
              <p:nvPr/>
            </p:nvSpPr>
            <p:spPr>
              <a:xfrm flipH="1">
                <a:off x="1583990" y="1959550"/>
                <a:ext cx="411214" cy="510614"/>
              </a:xfrm>
              <a:custGeom>
                <a:rect b="b" l="l" r="r" t="t"/>
                <a:pathLst>
                  <a:path extrusionOk="0" h="573" w="461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" name="Google Shape;795;p35"/>
              <p:cNvSpPr/>
              <p:nvPr/>
            </p:nvSpPr>
            <p:spPr>
              <a:xfrm flipH="1">
                <a:off x="1625519" y="2133159"/>
                <a:ext cx="66040" cy="290029"/>
              </a:xfrm>
              <a:custGeom>
                <a:rect b="b" l="l" r="r" t="t"/>
                <a:pathLst>
                  <a:path extrusionOk="0" h="325" w="74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02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" name="Google Shape;796;p35"/>
              <p:cNvSpPr/>
              <p:nvPr/>
            </p:nvSpPr>
            <p:spPr>
              <a:xfrm flipH="1">
                <a:off x="1228601" y="1913255"/>
                <a:ext cx="442533" cy="590270"/>
              </a:xfrm>
              <a:custGeom>
                <a:rect b="b" l="l" r="r" t="t"/>
                <a:pathLst>
                  <a:path extrusionOk="0" h="662" w="496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" name="Google Shape;797;p35"/>
              <p:cNvSpPr/>
              <p:nvPr/>
            </p:nvSpPr>
            <p:spPr>
              <a:xfrm flipH="1">
                <a:off x="885470" y="2443613"/>
                <a:ext cx="822429" cy="1230921"/>
              </a:xfrm>
              <a:custGeom>
                <a:rect b="b" l="l" r="r" t="t"/>
                <a:pathLst>
                  <a:path extrusionOk="0" h="1380" w="922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35"/>
              <p:cNvSpPr/>
              <p:nvPr/>
            </p:nvSpPr>
            <p:spPr>
              <a:xfrm flipH="1">
                <a:off x="1392680" y="1810451"/>
                <a:ext cx="125271" cy="239648"/>
              </a:xfrm>
              <a:custGeom>
                <a:rect b="b" l="l" r="r" t="t"/>
                <a:pathLst>
                  <a:path extrusionOk="0" h="269" w="14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35"/>
              <p:cNvSpPr/>
              <p:nvPr/>
            </p:nvSpPr>
            <p:spPr>
              <a:xfrm>
                <a:off x="1392679" y="1839726"/>
                <a:ext cx="0" cy="22467"/>
              </a:xfrm>
              <a:custGeom>
                <a:rect b="b" l="l" r="r" t="t"/>
                <a:pathLst>
                  <a:path extrusionOk="0" h="25" w="12000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35"/>
              <p:cNvSpPr/>
              <p:nvPr/>
            </p:nvSpPr>
            <p:spPr>
              <a:xfrm flipH="1">
                <a:off x="1392679" y="1839726"/>
                <a:ext cx="117101" cy="61274"/>
              </a:xfrm>
              <a:custGeom>
                <a:rect b="b" l="l" r="r" t="t"/>
                <a:pathLst>
                  <a:path extrusionOk="0" h="69" w="131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35"/>
              <p:cNvSpPr/>
              <p:nvPr/>
            </p:nvSpPr>
            <p:spPr>
              <a:xfrm flipH="1">
                <a:off x="1351149" y="1610290"/>
                <a:ext cx="240329" cy="294795"/>
              </a:xfrm>
              <a:custGeom>
                <a:rect b="b" l="l" r="r" t="t"/>
                <a:pathLst>
                  <a:path extrusionOk="0" h="330" w="27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35"/>
              <p:cNvSpPr/>
              <p:nvPr/>
            </p:nvSpPr>
            <p:spPr>
              <a:xfrm flipH="1">
                <a:off x="1406976" y="1777091"/>
                <a:ext cx="43572" cy="21786"/>
              </a:xfrm>
              <a:custGeom>
                <a:rect b="b" l="l" r="r" t="t"/>
                <a:pathLst>
                  <a:path extrusionOk="0" h="24" w="49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" name="Google Shape;803;p35"/>
              <p:cNvSpPr/>
              <p:nvPr/>
            </p:nvSpPr>
            <p:spPr>
              <a:xfrm flipH="1">
                <a:off x="1575820" y="1760070"/>
                <a:ext cx="15659" cy="17020"/>
              </a:xfrm>
              <a:custGeom>
                <a:rect b="b" l="l" r="r" t="t"/>
                <a:pathLst>
                  <a:path extrusionOk="0" h="19" w="18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35"/>
              <p:cNvSpPr/>
              <p:nvPr/>
            </p:nvSpPr>
            <p:spPr>
              <a:xfrm flipH="1">
                <a:off x="1542459" y="1736923"/>
                <a:ext cx="25191" cy="44934"/>
              </a:xfrm>
              <a:custGeom>
                <a:rect b="b" l="l" r="r" t="t"/>
                <a:pathLst>
                  <a:path extrusionOk="0" h="50" w="28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" name="Google Shape;805;p35"/>
              <p:cNvSpPr/>
              <p:nvPr/>
            </p:nvSpPr>
            <p:spPr>
              <a:xfrm flipH="1">
                <a:off x="1437613" y="1681095"/>
                <a:ext cx="61274" cy="64678"/>
              </a:xfrm>
              <a:custGeom>
                <a:rect b="b" l="l" r="r" t="t"/>
                <a:pathLst>
                  <a:path extrusionOk="0" h="73" w="69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" name="Google Shape;806;p35"/>
              <p:cNvSpPr/>
              <p:nvPr/>
            </p:nvSpPr>
            <p:spPr>
              <a:xfrm flipH="1">
                <a:off x="1536332" y="1684499"/>
                <a:ext cx="49019" cy="48338"/>
              </a:xfrm>
              <a:custGeom>
                <a:rect b="b" l="l" r="r" t="t"/>
                <a:pathLst>
                  <a:path extrusionOk="0" h="54" w="55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" name="Google Shape;807;p35"/>
              <p:cNvSpPr/>
              <p:nvPr/>
            </p:nvSpPr>
            <p:spPr>
              <a:xfrm flipH="1">
                <a:off x="1464165" y="1808408"/>
                <a:ext cx="87145" cy="25871"/>
              </a:xfrm>
              <a:custGeom>
                <a:rect b="b" l="l" r="r" t="t"/>
                <a:pathLst>
                  <a:path extrusionOk="0" h="29" w="98">
                    <a:moveTo>
                      <a:pt x="31" y="25"/>
                    </a:moveTo>
                    <a:cubicBezTo>
                      <a:pt x="35" y="26"/>
                      <a:pt x="39" y="27"/>
                      <a:pt x="43" y="27"/>
                    </a:cubicBezTo>
                    <a:cubicBezTo>
                      <a:pt x="61" y="29"/>
                      <a:pt x="79" y="22"/>
                      <a:pt x="97" y="6"/>
                    </a:cubicBezTo>
                    <a:cubicBezTo>
                      <a:pt x="98" y="6"/>
                      <a:pt x="98" y="4"/>
                      <a:pt x="98" y="4"/>
                    </a:cubicBezTo>
                    <a:cubicBezTo>
                      <a:pt x="97" y="3"/>
                      <a:pt x="96" y="3"/>
                      <a:pt x="95" y="3"/>
                    </a:cubicBezTo>
                    <a:cubicBezTo>
                      <a:pt x="78" y="18"/>
                      <a:pt x="61" y="25"/>
                      <a:pt x="44" y="23"/>
                    </a:cubicBezTo>
                    <a:cubicBezTo>
                      <a:pt x="19" y="21"/>
                      <a:pt x="4" y="2"/>
                      <a:pt x="4" y="1"/>
                    </a:cubicBezTo>
                    <a:cubicBezTo>
                      <a:pt x="3" y="0"/>
                      <a:pt x="2" y="0"/>
                      <a:pt x="1" y="1"/>
                    </a:cubicBezTo>
                    <a:cubicBezTo>
                      <a:pt x="0" y="2"/>
                      <a:pt x="0" y="3"/>
                      <a:pt x="1" y="4"/>
                    </a:cubicBezTo>
                    <a:cubicBezTo>
                      <a:pt x="1" y="4"/>
                      <a:pt x="12" y="19"/>
                      <a:pt x="31" y="25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" name="Google Shape;808;p35"/>
              <p:cNvSpPr/>
              <p:nvPr/>
            </p:nvSpPr>
            <p:spPr>
              <a:xfrm flipH="1">
                <a:off x="1302130" y="1721264"/>
                <a:ext cx="66040" cy="129356"/>
              </a:xfrm>
              <a:custGeom>
                <a:rect b="b" l="l" r="r" t="t"/>
                <a:pathLst>
                  <a:path extrusionOk="0" h="145" w="74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35"/>
              <p:cNvSpPr/>
              <p:nvPr/>
            </p:nvSpPr>
            <p:spPr>
              <a:xfrm flipH="1">
                <a:off x="1328001" y="1751220"/>
                <a:ext cx="33360" cy="27233"/>
              </a:xfrm>
              <a:custGeom>
                <a:rect b="b" l="l" r="r" t="t"/>
                <a:pathLst>
                  <a:path extrusionOk="0" h="30" w="38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" name="Google Shape;810;p35"/>
              <p:cNvSpPr/>
              <p:nvPr/>
            </p:nvSpPr>
            <p:spPr>
              <a:xfrm flipH="1">
                <a:off x="1306215" y="1546974"/>
                <a:ext cx="307050" cy="194714"/>
              </a:xfrm>
              <a:custGeom>
                <a:rect b="b" l="l" r="r" t="t"/>
                <a:pathLst>
                  <a:path extrusionOk="0" h="218" w="344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" name="Google Shape;811;p35"/>
              <p:cNvSpPr/>
              <p:nvPr/>
            </p:nvSpPr>
            <p:spPr>
              <a:xfrm flipH="1">
                <a:off x="1161881" y="2299279"/>
                <a:ext cx="39488" cy="211054"/>
              </a:xfrm>
              <a:custGeom>
                <a:rect b="b" l="l" r="r" t="t"/>
                <a:pathLst>
                  <a:path extrusionOk="0" h="237" w="44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" name="Google Shape;812;p35"/>
              <p:cNvSpPr/>
              <p:nvPr/>
            </p:nvSpPr>
            <p:spPr>
              <a:xfrm flipH="1">
                <a:off x="1202050" y="2133840"/>
                <a:ext cx="322709" cy="447298"/>
              </a:xfrm>
              <a:custGeom>
                <a:rect b="b" l="l" r="r" t="t"/>
                <a:pathLst>
                  <a:path extrusionOk="0" h="501" w="362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" name="Google Shape;813;p35"/>
              <p:cNvSpPr/>
              <p:nvPr/>
            </p:nvSpPr>
            <p:spPr>
              <a:xfrm flipH="1">
                <a:off x="1328038" y="2250941"/>
                <a:ext cx="70769" cy="7219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" name="Google Shape;814;p35"/>
              <p:cNvSpPr/>
              <p:nvPr/>
            </p:nvSpPr>
            <p:spPr>
              <a:xfrm flipH="1">
                <a:off x="1153711" y="2244133"/>
                <a:ext cx="171567" cy="204926"/>
              </a:xfrm>
              <a:custGeom>
                <a:rect b="b" l="l" r="r" t="t"/>
                <a:pathLst>
                  <a:path extrusionOk="0" h="230" w="192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" name="Google Shape;815;p35"/>
              <p:cNvSpPr/>
              <p:nvPr/>
            </p:nvSpPr>
            <p:spPr>
              <a:xfrm flipH="1">
                <a:off x="1464846" y="1736923"/>
                <a:ext cx="27233" cy="47657"/>
              </a:xfrm>
              <a:custGeom>
                <a:rect b="b" l="l" r="r" t="t"/>
                <a:pathLst>
                  <a:path extrusionOk="0" h="53" w="3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6" name="Google Shape;816;p35"/>
            <p:cNvGrpSpPr/>
            <p:nvPr/>
          </p:nvGrpSpPr>
          <p:grpSpPr>
            <a:xfrm>
              <a:off x="1880948" y="2504669"/>
              <a:ext cx="959226" cy="675313"/>
              <a:chOff x="4768936" y="2201894"/>
              <a:chExt cx="959226" cy="675313"/>
            </a:xfrm>
          </p:grpSpPr>
          <p:sp>
            <p:nvSpPr>
              <p:cNvPr id="817" name="Google Shape;817;p35"/>
              <p:cNvSpPr/>
              <p:nvPr/>
            </p:nvSpPr>
            <p:spPr>
              <a:xfrm>
                <a:off x="4768936" y="2201894"/>
                <a:ext cx="959226" cy="675313"/>
              </a:xfrm>
              <a:custGeom>
                <a:rect b="b" l="l" r="r" t="t"/>
                <a:pathLst>
                  <a:path extrusionOk="0" h="365" w="517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35"/>
              <p:cNvSpPr/>
              <p:nvPr/>
            </p:nvSpPr>
            <p:spPr>
              <a:xfrm>
                <a:off x="4874390" y="2238397"/>
                <a:ext cx="750345" cy="332586"/>
              </a:xfrm>
              <a:custGeom>
                <a:rect b="b" l="l" r="r" t="t"/>
                <a:pathLst>
                  <a:path extrusionOk="0" h="164" w="37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819;p35"/>
              <p:cNvSpPr/>
              <p:nvPr/>
            </p:nvSpPr>
            <p:spPr>
              <a:xfrm>
                <a:off x="5109633" y="2384410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" name="Google Shape;820;p35"/>
              <p:cNvSpPr/>
              <p:nvPr/>
            </p:nvSpPr>
            <p:spPr>
              <a:xfrm>
                <a:off x="5229284" y="2467556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" name="Google Shape;821;p35"/>
              <p:cNvSpPr/>
              <p:nvPr/>
            </p:nvSpPr>
            <p:spPr>
              <a:xfrm>
                <a:off x="5355017" y="231546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" name="Google Shape;822;p35"/>
              <p:cNvSpPr/>
              <p:nvPr/>
            </p:nvSpPr>
            <p:spPr>
              <a:xfrm>
                <a:off x="5478722" y="2386438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" name="Google Shape;823;p35"/>
              <p:cNvSpPr/>
              <p:nvPr/>
            </p:nvSpPr>
            <p:spPr>
              <a:xfrm>
                <a:off x="5604456" y="2222173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" name="Google Shape;824;p35"/>
              <p:cNvSpPr/>
              <p:nvPr/>
            </p:nvSpPr>
            <p:spPr>
              <a:xfrm>
                <a:off x="4856139" y="254867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" name="Google Shape;825;p35"/>
              <p:cNvSpPr/>
              <p:nvPr/>
            </p:nvSpPr>
            <p:spPr>
              <a:xfrm>
                <a:off x="4848027" y="2635878"/>
                <a:ext cx="66923" cy="152098"/>
              </a:xfrm>
              <a:custGeom>
                <a:rect b="b" l="l" r="r" t="t"/>
                <a:pathLst>
                  <a:path extrusionOk="0" h="83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" name="Google Shape;826;p35"/>
              <p:cNvSpPr/>
              <p:nvPr/>
            </p:nvSpPr>
            <p:spPr>
              <a:xfrm>
                <a:off x="4971732" y="2564899"/>
                <a:ext cx="66923" cy="223076"/>
              </a:xfrm>
              <a:custGeom>
                <a:rect b="b" l="l" r="r" t="t"/>
                <a:pathLst>
                  <a:path extrusionOk="0" h="121" w="36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827;p35"/>
              <p:cNvSpPr/>
              <p:nvPr/>
            </p:nvSpPr>
            <p:spPr>
              <a:xfrm>
                <a:off x="5093410" y="2491892"/>
                <a:ext cx="66923" cy="296083"/>
              </a:xfrm>
              <a:custGeom>
                <a:rect b="b" l="l" r="r" t="t"/>
                <a:pathLst>
                  <a:path extrusionOk="0" h="160" w="36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8" name="Google Shape;828;p35"/>
              <p:cNvSpPr/>
              <p:nvPr/>
            </p:nvSpPr>
            <p:spPr>
              <a:xfrm>
                <a:off x="5219143" y="2548675"/>
                <a:ext cx="64895" cy="239300"/>
              </a:xfrm>
              <a:custGeom>
                <a:rect b="b" l="l" r="r" t="t"/>
                <a:pathLst>
                  <a:path extrusionOk="0" h="129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" name="Google Shape;829;p35"/>
              <p:cNvSpPr/>
              <p:nvPr/>
            </p:nvSpPr>
            <p:spPr>
              <a:xfrm>
                <a:off x="5342849" y="2418885"/>
                <a:ext cx="66923" cy="369089"/>
              </a:xfrm>
              <a:custGeom>
                <a:rect b="b" l="l" r="r" t="t"/>
                <a:pathLst>
                  <a:path extrusionOk="0" h="199" w="36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35"/>
              <p:cNvSpPr/>
              <p:nvPr/>
            </p:nvSpPr>
            <p:spPr>
              <a:xfrm>
                <a:off x="5464527" y="2479724"/>
                <a:ext cx="66923" cy="308250"/>
              </a:xfrm>
              <a:custGeom>
                <a:rect b="b" l="l" r="r" t="t"/>
                <a:pathLst>
                  <a:path extrusionOk="0" h="167" w="36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35"/>
              <p:cNvSpPr/>
              <p:nvPr/>
            </p:nvSpPr>
            <p:spPr>
              <a:xfrm>
                <a:off x="5588232" y="2329655"/>
                <a:ext cx="66923" cy="458319"/>
              </a:xfrm>
              <a:custGeom>
                <a:rect b="b" l="l" r="r" t="t"/>
                <a:pathLst>
                  <a:path extrusionOk="0" h="248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36"/>
          <p:cNvSpPr txBox="1"/>
          <p:nvPr>
            <p:ph type="title"/>
          </p:nvPr>
        </p:nvSpPr>
        <p:spPr>
          <a:xfrm>
            <a:off x="720000" y="445025"/>
            <a:ext cx="43602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GB"/>
              <a:t>Business Understanding</a:t>
            </a:r>
            <a:endParaRPr/>
          </a:p>
        </p:txBody>
      </p:sp>
      <p:sp>
        <p:nvSpPr>
          <p:cNvPr id="837" name="Google Shape;837;p36"/>
          <p:cNvSpPr txBox="1"/>
          <p:nvPr>
            <p:ph idx="1" type="subTitle"/>
          </p:nvPr>
        </p:nvSpPr>
        <p:spPr>
          <a:xfrm>
            <a:off x="720000" y="1700300"/>
            <a:ext cx="4360200" cy="15516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-GB"/>
              <a:t>Business Problem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</a:pPr>
            <a:r>
              <a:rPr b="1" lang="en-GB"/>
              <a:t>Global Electronics Retailer</a:t>
            </a:r>
            <a:r>
              <a:rPr lang="en-GB"/>
              <a:t> is a multinational electronics company operating across multiple countries with two sales channels: </a:t>
            </a:r>
            <a:r>
              <a:rPr b="1" lang="en-GB"/>
              <a:t>online and physical stores</a:t>
            </a:r>
            <a:r>
              <a:rPr lang="en-GB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grpSp>
        <p:nvGrpSpPr>
          <p:cNvPr id="838" name="Google Shape;838;p36"/>
          <p:cNvGrpSpPr/>
          <p:nvPr/>
        </p:nvGrpSpPr>
        <p:grpSpPr>
          <a:xfrm>
            <a:off x="6260446" y="1752488"/>
            <a:ext cx="1102880" cy="736759"/>
            <a:chOff x="1008550" y="1018276"/>
            <a:chExt cx="1843200" cy="1220788"/>
          </a:xfrm>
        </p:grpSpPr>
        <p:sp>
          <p:nvSpPr>
            <p:cNvPr id="839" name="Google Shape;839;p36"/>
            <p:cNvSpPr/>
            <p:nvPr/>
          </p:nvSpPr>
          <p:spPr>
            <a:xfrm>
              <a:off x="1008550" y="1018276"/>
              <a:ext cx="1843088" cy="1220788"/>
            </a:xfrm>
            <a:custGeom>
              <a:rect b="b" l="l" r="r" t="t"/>
              <a:pathLst>
                <a:path extrusionOk="0" h="456" w="688">
                  <a:moveTo>
                    <a:pt x="688" y="456"/>
                  </a:moveTo>
                  <a:cubicBezTo>
                    <a:pt x="0" y="456"/>
                    <a:pt x="0" y="456"/>
                    <a:pt x="0" y="456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15"/>
                    <a:pt x="15" y="0"/>
                    <a:pt x="34" y="0"/>
                  </a:cubicBezTo>
                  <a:cubicBezTo>
                    <a:pt x="654" y="0"/>
                    <a:pt x="654" y="0"/>
                    <a:pt x="654" y="0"/>
                  </a:cubicBezTo>
                  <a:cubicBezTo>
                    <a:pt x="673" y="0"/>
                    <a:pt x="688" y="15"/>
                    <a:pt x="688" y="34"/>
                  </a:cubicBezTo>
                  <a:lnTo>
                    <a:pt x="688" y="4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36"/>
            <p:cNvSpPr/>
            <p:nvPr/>
          </p:nvSpPr>
          <p:spPr>
            <a:xfrm>
              <a:off x="1008550" y="1172263"/>
              <a:ext cx="1843200" cy="11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36"/>
            <p:cNvSpPr/>
            <p:nvPr/>
          </p:nvSpPr>
          <p:spPr>
            <a:xfrm>
              <a:off x="1103801" y="1051613"/>
              <a:ext cx="76200" cy="777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36"/>
            <p:cNvSpPr/>
            <p:nvPr/>
          </p:nvSpPr>
          <p:spPr>
            <a:xfrm>
              <a:off x="1243501" y="1051613"/>
              <a:ext cx="77700" cy="7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36"/>
            <p:cNvSpPr/>
            <p:nvPr/>
          </p:nvSpPr>
          <p:spPr>
            <a:xfrm>
              <a:off x="1383201" y="1051613"/>
              <a:ext cx="77700" cy="77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36"/>
            <p:cNvSpPr/>
            <p:nvPr/>
          </p:nvSpPr>
          <p:spPr>
            <a:xfrm>
              <a:off x="1286363" y="1292913"/>
              <a:ext cx="390525" cy="392113"/>
            </a:xfrm>
            <a:custGeom>
              <a:rect b="b" l="l" r="r" t="t"/>
              <a:pathLst>
                <a:path extrusionOk="0" h="146" w="146">
                  <a:moveTo>
                    <a:pt x="69" y="145"/>
                  </a:moveTo>
                  <a:cubicBezTo>
                    <a:pt x="70" y="103"/>
                    <a:pt x="104" y="69"/>
                    <a:pt x="146" y="69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65" y="0"/>
                    <a:pt x="0" y="66"/>
                    <a:pt x="0" y="146"/>
                  </a:cubicBezTo>
                  <a:cubicBezTo>
                    <a:pt x="0" y="144"/>
                    <a:pt x="34" y="144"/>
                    <a:pt x="69" y="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36"/>
            <p:cNvSpPr/>
            <p:nvPr/>
          </p:nvSpPr>
          <p:spPr>
            <a:xfrm>
              <a:off x="1676888" y="1685026"/>
              <a:ext cx="392113" cy="390525"/>
            </a:xfrm>
            <a:custGeom>
              <a:rect b="b" l="l" r="r" t="t"/>
              <a:pathLst>
                <a:path extrusionOk="0" h="146" w="146">
                  <a:moveTo>
                    <a:pt x="77" y="0"/>
                  </a:moveTo>
                  <a:cubicBezTo>
                    <a:pt x="77" y="43"/>
                    <a:pt x="43" y="78"/>
                    <a:pt x="0" y="78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81" y="146"/>
                    <a:pt x="146" y="81"/>
                    <a:pt x="146" y="0"/>
                  </a:cubicBezTo>
                  <a:lnTo>
                    <a:pt x="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36"/>
            <p:cNvSpPr/>
            <p:nvPr/>
          </p:nvSpPr>
          <p:spPr>
            <a:xfrm>
              <a:off x="1286363" y="1680263"/>
              <a:ext cx="390525" cy="395288"/>
            </a:xfrm>
            <a:custGeom>
              <a:rect b="b" l="l" r="r" t="t"/>
              <a:pathLst>
                <a:path extrusionOk="0" h="148" w="146">
                  <a:moveTo>
                    <a:pt x="69" y="2"/>
                  </a:moveTo>
                  <a:cubicBezTo>
                    <a:pt x="69" y="2"/>
                    <a:pt x="69" y="1"/>
                    <a:pt x="69" y="1"/>
                  </a:cubicBezTo>
                  <a:cubicBezTo>
                    <a:pt x="34" y="0"/>
                    <a:pt x="0" y="0"/>
                    <a:pt x="0" y="2"/>
                  </a:cubicBezTo>
                  <a:cubicBezTo>
                    <a:pt x="0" y="83"/>
                    <a:pt x="65" y="148"/>
                    <a:pt x="146" y="148"/>
                  </a:cubicBezTo>
                  <a:cubicBezTo>
                    <a:pt x="146" y="80"/>
                    <a:pt x="146" y="80"/>
                    <a:pt x="146" y="80"/>
                  </a:cubicBezTo>
                  <a:cubicBezTo>
                    <a:pt x="103" y="80"/>
                    <a:pt x="69" y="45"/>
                    <a:pt x="69" y="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36"/>
            <p:cNvSpPr/>
            <p:nvPr/>
          </p:nvSpPr>
          <p:spPr>
            <a:xfrm>
              <a:off x="1676888" y="1292913"/>
              <a:ext cx="392113" cy="392113"/>
            </a:xfrm>
            <a:custGeom>
              <a:rect b="b" l="l" r="r" t="t"/>
              <a:pathLst>
                <a:path extrusionOk="0" h="146" w="146">
                  <a:moveTo>
                    <a:pt x="77" y="146"/>
                  </a:moveTo>
                  <a:cubicBezTo>
                    <a:pt x="146" y="146"/>
                    <a:pt x="146" y="146"/>
                    <a:pt x="146" y="146"/>
                  </a:cubicBezTo>
                  <a:cubicBezTo>
                    <a:pt x="146" y="66"/>
                    <a:pt x="81" y="0"/>
                    <a:pt x="0" y="0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43" y="69"/>
                    <a:pt x="77" y="104"/>
                    <a:pt x="77" y="1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36"/>
            <p:cNvSpPr/>
            <p:nvPr/>
          </p:nvSpPr>
          <p:spPr>
            <a:xfrm>
              <a:off x="1557825" y="1564376"/>
              <a:ext cx="119063" cy="120650"/>
            </a:xfrm>
            <a:custGeom>
              <a:rect b="b" l="l" r="r" t="t"/>
              <a:pathLst>
                <a:path extrusionOk="0" h="45" w="45">
                  <a:moveTo>
                    <a:pt x="45" y="0"/>
                  </a:moveTo>
                  <a:cubicBezTo>
                    <a:pt x="20" y="0"/>
                    <a:pt x="0" y="20"/>
                    <a:pt x="0" y="44"/>
                  </a:cubicBezTo>
                  <a:cubicBezTo>
                    <a:pt x="22" y="45"/>
                    <a:pt x="45" y="45"/>
                    <a:pt x="45" y="45"/>
                  </a:cubicBezTo>
                  <a:lnTo>
                    <a:pt x="4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36"/>
            <p:cNvSpPr/>
            <p:nvPr/>
          </p:nvSpPr>
          <p:spPr>
            <a:xfrm>
              <a:off x="1676888" y="1685026"/>
              <a:ext cx="120650" cy="123825"/>
            </a:xfrm>
            <a:custGeom>
              <a:rect b="b" l="l" r="r" t="t"/>
              <a:pathLst>
                <a:path extrusionOk="0" h="46" w="45">
                  <a:moveTo>
                    <a:pt x="0" y="46"/>
                  </a:moveTo>
                  <a:cubicBezTo>
                    <a:pt x="25" y="46"/>
                    <a:pt x="45" y="25"/>
                    <a:pt x="45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36"/>
            <p:cNvSpPr/>
            <p:nvPr/>
          </p:nvSpPr>
          <p:spPr>
            <a:xfrm>
              <a:off x="1557825" y="1681851"/>
              <a:ext cx="119063" cy="127000"/>
            </a:xfrm>
            <a:custGeom>
              <a:rect b="b" l="l" r="r" t="t"/>
              <a:pathLst>
                <a:path extrusionOk="0" h="47" w="45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26"/>
                    <a:pt x="20" y="47"/>
                    <a:pt x="45" y="47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22" y="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36"/>
            <p:cNvSpPr/>
            <p:nvPr/>
          </p:nvSpPr>
          <p:spPr>
            <a:xfrm>
              <a:off x="1676888" y="1564376"/>
              <a:ext cx="120650" cy="120650"/>
            </a:xfrm>
            <a:custGeom>
              <a:rect b="b" l="l" r="r" t="t"/>
              <a:pathLst>
                <a:path extrusionOk="0" h="45" w="45">
                  <a:moveTo>
                    <a:pt x="0" y="0"/>
                  </a:moveTo>
                  <a:cubicBezTo>
                    <a:pt x="0" y="45"/>
                    <a:pt x="0" y="45"/>
                    <a:pt x="0" y="45"/>
                  </a:cubicBezTo>
                  <a:cubicBezTo>
                    <a:pt x="45" y="45"/>
                    <a:pt x="45" y="45"/>
                    <a:pt x="45" y="45"/>
                  </a:cubicBezTo>
                  <a:cubicBezTo>
                    <a:pt x="45" y="20"/>
                    <a:pt x="2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36"/>
            <p:cNvSpPr/>
            <p:nvPr/>
          </p:nvSpPr>
          <p:spPr>
            <a:xfrm>
              <a:off x="2288076" y="1424676"/>
              <a:ext cx="177900" cy="22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36"/>
            <p:cNvSpPr/>
            <p:nvPr/>
          </p:nvSpPr>
          <p:spPr>
            <a:xfrm>
              <a:off x="2288076" y="1486588"/>
              <a:ext cx="401700" cy="22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36"/>
            <p:cNvSpPr/>
            <p:nvPr/>
          </p:nvSpPr>
          <p:spPr>
            <a:xfrm>
              <a:off x="2216638" y="1334188"/>
              <a:ext cx="565150" cy="296863"/>
            </a:xfrm>
            <a:custGeom>
              <a:rect b="b" l="l" r="r" t="t"/>
              <a:pathLst>
                <a:path extrusionOk="0" h="187" w="356">
                  <a:moveTo>
                    <a:pt x="356" y="187"/>
                  </a:moveTo>
                  <a:lnTo>
                    <a:pt x="0" y="187"/>
                  </a:lnTo>
                  <a:lnTo>
                    <a:pt x="0" y="0"/>
                  </a:lnTo>
                  <a:lnTo>
                    <a:pt x="356" y="0"/>
                  </a:lnTo>
                  <a:lnTo>
                    <a:pt x="356" y="187"/>
                  </a:lnTo>
                  <a:close/>
                  <a:moveTo>
                    <a:pt x="6" y="182"/>
                  </a:moveTo>
                  <a:lnTo>
                    <a:pt x="351" y="182"/>
                  </a:lnTo>
                  <a:lnTo>
                    <a:pt x="351" y="7"/>
                  </a:lnTo>
                  <a:lnTo>
                    <a:pt x="6" y="7"/>
                  </a:lnTo>
                  <a:lnTo>
                    <a:pt x="6" y="18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36"/>
            <p:cNvSpPr/>
            <p:nvPr/>
          </p:nvSpPr>
          <p:spPr>
            <a:xfrm>
              <a:off x="2389676" y="1929501"/>
              <a:ext cx="177900" cy="237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36"/>
            <p:cNvSpPr/>
            <p:nvPr/>
          </p:nvSpPr>
          <p:spPr>
            <a:xfrm>
              <a:off x="2256326" y="1902513"/>
              <a:ext cx="82500" cy="82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57" name="Google Shape;857;p36"/>
          <p:cNvSpPr txBox="1"/>
          <p:nvPr/>
        </p:nvSpPr>
        <p:spPr>
          <a:xfrm>
            <a:off x="5263562" y="2669365"/>
            <a:ext cx="3439489" cy="20420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389EB"/>
              </a:buClr>
              <a:buSzPts val="1600"/>
              <a:buFont typeface="Nunito Light"/>
              <a:buNone/>
            </a:pPr>
            <a:r>
              <a:rPr b="1" i="0" lang="en-GB" sz="1400" u="none" cap="none" strike="noStrike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Goal</a:t>
            </a:r>
            <a:endParaRPr b="0" i="0" sz="1400" u="none" cap="none" strike="noStrike">
              <a:solidFill>
                <a:srgbClr val="33415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389EB"/>
              </a:buClr>
              <a:buSzPts val="1600"/>
              <a:buFont typeface="Nunito Light"/>
              <a:buChar char="●"/>
            </a:pPr>
            <a:r>
              <a:rPr b="0" i="0" lang="en-GB" sz="1400" u="none" cap="none" strike="noStrike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With years of accumulated data, the goal is to uncover insights on </a:t>
            </a:r>
            <a:r>
              <a:rPr b="1" i="0" lang="en-GB" sz="1400" u="none" cap="none" strike="noStrike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sales performance, product profitability, and customer behavior</a:t>
            </a:r>
            <a:r>
              <a:rPr b="0" i="0" lang="en-GB" sz="1400" u="none" cap="none" strike="noStrike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 to support smarter business decisions.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8" name="Google Shape;858;p36"/>
          <p:cNvGrpSpPr/>
          <p:nvPr/>
        </p:nvGrpSpPr>
        <p:grpSpPr>
          <a:xfrm>
            <a:off x="2900100" y="3360032"/>
            <a:ext cx="570287" cy="838139"/>
            <a:chOff x="317500" y="1075175"/>
            <a:chExt cx="2153651" cy="3165177"/>
          </a:xfrm>
        </p:grpSpPr>
        <p:sp>
          <p:nvSpPr>
            <p:cNvPr id="859" name="Google Shape;859;p36"/>
            <p:cNvSpPr/>
            <p:nvPr/>
          </p:nvSpPr>
          <p:spPr>
            <a:xfrm>
              <a:off x="971581" y="1075175"/>
              <a:ext cx="845488" cy="295349"/>
            </a:xfrm>
            <a:custGeom>
              <a:rect b="b" l="l" r="r" t="t"/>
              <a:pathLst>
                <a:path extrusionOk="0" h="138" w="395">
                  <a:moveTo>
                    <a:pt x="395" y="138"/>
                  </a:moveTo>
                  <a:cubicBezTo>
                    <a:pt x="0" y="138"/>
                    <a:pt x="0" y="138"/>
                    <a:pt x="0" y="138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32"/>
                    <a:pt x="31" y="0"/>
                    <a:pt x="70" y="0"/>
                  </a:cubicBezTo>
                  <a:cubicBezTo>
                    <a:pt x="324" y="0"/>
                    <a:pt x="324" y="0"/>
                    <a:pt x="324" y="0"/>
                  </a:cubicBezTo>
                  <a:cubicBezTo>
                    <a:pt x="363" y="0"/>
                    <a:pt x="395" y="32"/>
                    <a:pt x="395" y="71"/>
                  </a:cubicBezTo>
                  <a:lnTo>
                    <a:pt x="395" y="13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36"/>
            <p:cNvSpPr/>
            <p:nvPr/>
          </p:nvSpPr>
          <p:spPr>
            <a:xfrm>
              <a:off x="317500" y="1442777"/>
              <a:ext cx="2153651" cy="2797575"/>
            </a:xfrm>
            <a:custGeom>
              <a:rect b="b" l="l" r="r" t="t"/>
              <a:pathLst>
                <a:path extrusionOk="0" h="1307" w="1007">
                  <a:moveTo>
                    <a:pt x="832" y="1307"/>
                  </a:moveTo>
                  <a:cubicBezTo>
                    <a:pt x="0" y="1307"/>
                    <a:pt x="0" y="1307"/>
                    <a:pt x="0" y="130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07" y="0"/>
                    <a:pt x="1007" y="0"/>
                    <a:pt x="1007" y="0"/>
                  </a:cubicBezTo>
                  <a:cubicBezTo>
                    <a:pt x="1007" y="1131"/>
                    <a:pt x="1007" y="1131"/>
                    <a:pt x="1007" y="1131"/>
                  </a:cubicBezTo>
                  <a:cubicBezTo>
                    <a:pt x="938" y="1200"/>
                    <a:pt x="900" y="1238"/>
                    <a:pt x="832" y="1307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36"/>
            <p:cNvSpPr/>
            <p:nvPr/>
          </p:nvSpPr>
          <p:spPr>
            <a:xfrm>
              <a:off x="759892" y="1308412"/>
              <a:ext cx="1266300" cy="366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36"/>
            <p:cNvSpPr/>
            <p:nvPr/>
          </p:nvSpPr>
          <p:spPr>
            <a:xfrm>
              <a:off x="2097207" y="3866410"/>
              <a:ext cx="373942" cy="373940"/>
            </a:xfrm>
            <a:custGeom>
              <a:rect b="b" l="l" r="r" t="t"/>
              <a:pathLst>
                <a:path extrusionOk="0" h="175" w="175">
                  <a:moveTo>
                    <a:pt x="0" y="175"/>
                  </a:moveTo>
                  <a:cubicBezTo>
                    <a:pt x="0" y="69"/>
                    <a:pt x="0" y="69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175" y="0"/>
                    <a:pt x="175" y="0"/>
                    <a:pt x="175" y="0"/>
                  </a:cubicBezTo>
                  <a:lnTo>
                    <a:pt x="0" y="17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36"/>
            <p:cNvSpPr/>
            <p:nvPr/>
          </p:nvSpPr>
          <p:spPr>
            <a:xfrm>
              <a:off x="800455" y="2057559"/>
              <a:ext cx="273900" cy="276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36"/>
            <p:cNvSpPr/>
            <p:nvPr/>
          </p:nvSpPr>
          <p:spPr>
            <a:xfrm>
              <a:off x="800455" y="2667269"/>
              <a:ext cx="273900" cy="276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36"/>
            <p:cNvSpPr/>
            <p:nvPr/>
          </p:nvSpPr>
          <p:spPr>
            <a:xfrm>
              <a:off x="800455" y="3347966"/>
              <a:ext cx="273900" cy="276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36"/>
            <p:cNvSpPr/>
            <p:nvPr/>
          </p:nvSpPr>
          <p:spPr>
            <a:xfrm>
              <a:off x="1192143" y="2117135"/>
              <a:ext cx="911404" cy="126759"/>
            </a:xfrm>
            <a:custGeom>
              <a:rect b="b" l="l" r="r" t="t"/>
              <a:pathLst>
                <a:path extrusionOk="0" h="59" w="426">
                  <a:moveTo>
                    <a:pt x="397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30"/>
                  </a:cubicBezTo>
                  <a:cubicBezTo>
                    <a:pt x="0" y="46"/>
                    <a:pt x="13" y="59"/>
                    <a:pt x="29" y="59"/>
                  </a:cubicBezTo>
                  <a:cubicBezTo>
                    <a:pt x="397" y="59"/>
                    <a:pt x="397" y="59"/>
                    <a:pt x="397" y="59"/>
                  </a:cubicBezTo>
                  <a:cubicBezTo>
                    <a:pt x="413" y="59"/>
                    <a:pt x="426" y="46"/>
                    <a:pt x="426" y="30"/>
                  </a:cubicBezTo>
                  <a:cubicBezTo>
                    <a:pt x="426" y="13"/>
                    <a:pt x="413" y="0"/>
                    <a:pt x="397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36"/>
            <p:cNvSpPr/>
            <p:nvPr/>
          </p:nvSpPr>
          <p:spPr>
            <a:xfrm>
              <a:off x="1192143" y="2767409"/>
              <a:ext cx="911404" cy="124224"/>
            </a:xfrm>
            <a:custGeom>
              <a:rect b="b" l="l" r="r" t="t"/>
              <a:pathLst>
                <a:path extrusionOk="0" h="58" w="426">
                  <a:moveTo>
                    <a:pt x="397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9" y="58"/>
                  </a:cubicBezTo>
                  <a:cubicBezTo>
                    <a:pt x="397" y="58"/>
                    <a:pt x="397" y="58"/>
                    <a:pt x="397" y="58"/>
                  </a:cubicBezTo>
                  <a:cubicBezTo>
                    <a:pt x="413" y="58"/>
                    <a:pt x="426" y="45"/>
                    <a:pt x="426" y="29"/>
                  </a:cubicBezTo>
                  <a:cubicBezTo>
                    <a:pt x="426" y="13"/>
                    <a:pt x="413" y="0"/>
                    <a:pt x="397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36"/>
            <p:cNvSpPr/>
            <p:nvPr/>
          </p:nvSpPr>
          <p:spPr>
            <a:xfrm>
              <a:off x="1192143" y="3453176"/>
              <a:ext cx="911404" cy="124224"/>
            </a:xfrm>
            <a:custGeom>
              <a:rect b="b" l="l" r="r" t="t"/>
              <a:pathLst>
                <a:path extrusionOk="0" h="58" w="426">
                  <a:moveTo>
                    <a:pt x="397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9" y="58"/>
                  </a:cubicBezTo>
                  <a:cubicBezTo>
                    <a:pt x="397" y="58"/>
                    <a:pt x="397" y="58"/>
                    <a:pt x="397" y="58"/>
                  </a:cubicBezTo>
                  <a:cubicBezTo>
                    <a:pt x="413" y="58"/>
                    <a:pt x="426" y="45"/>
                    <a:pt x="426" y="29"/>
                  </a:cubicBezTo>
                  <a:cubicBezTo>
                    <a:pt x="426" y="13"/>
                    <a:pt x="413" y="0"/>
                    <a:pt x="397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GB"/>
              <a:t>Business Question</a:t>
            </a:r>
            <a:endParaRPr/>
          </a:p>
        </p:txBody>
      </p:sp>
      <p:sp>
        <p:nvSpPr>
          <p:cNvPr id="874" name="Google Shape;874;p37"/>
          <p:cNvSpPr txBox="1"/>
          <p:nvPr>
            <p:ph idx="7" type="subTitle"/>
          </p:nvPr>
        </p:nvSpPr>
        <p:spPr>
          <a:xfrm>
            <a:off x="772412" y="1761750"/>
            <a:ext cx="3722845" cy="81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Who are our customers and What are their demographic profiles?</a:t>
            </a:r>
            <a:endParaRPr/>
          </a:p>
        </p:txBody>
      </p:sp>
      <p:sp>
        <p:nvSpPr>
          <p:cNvPr id="875" name="Google Shape;875;p37"/>
          <p:cNvSpPr txBox="1"/>
          <p:nvPr>
            <p:ph idx="9" type="subTitle"/>
          </p:nvPr>
        </p:nvSpPr>
        <p:spPr>
          <a:xfrm>
            <a:off x="4572000" y="1356750"/>
            <a:ext cx="3799588" cy="81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What is CLV distribution across customer tiers</a:t>
            </a:r>
            <a:endParaRPr/>
          </a:p>
        </p:txBody>
      </p:sp>
      <p:sp>
        <p:nvSpPr>
          <p:cNvPr id="876" name="Google Shape;876;p37"/>
          <p:cNvSpPr txBox="1"/>
          <p:nvPr>
            <p:ph idx="13" type="subTitle"/>
          </p:nvPr>
        </p:nvSpPr>
        <p:spPr>
          <a:xfrm>
            <a:off x="773528" y="3021152"/>
            <a:ext cx="3578466" cy="74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Which customer segments are the most valuable?</a:t>
            </a:r>
            <a:endParaRPr/>
          </a:p>
        </p:txBody>
      </p:sp>
      <p:sp>
        <p:nvSpPr>
          <p:cNvPr id="877" name="Google Shape;877;p37"/>
          <p:cNvSpPr txBox="1"/>
          <p:nvPr>
            <p:ph idx="15" type="subTitle"/>
          </p:nvPr>
        </p:nvSpPr>
        <p:spPr>
          <a:xfrm>
            <a:off x="4572001" y="3021152"/>
            <a:ext cx="3799588" cy="74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How does CLV tier relate to RFM segments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GB"/>
              <a:t>Data Understanding</a:t>
            </a:r>
            <a:endParaRPr/>
          </a:p>
        </p:txBody>
      </p:sp>
      <p:sp>
        <p:nvSpPr>
          <p:cNvPr id="883" name="Google Shape;883;p38"/>
          <p:cNvSpPr txBox="1"/>
          <p:nvPr/>
        </p:nvSpPr>
        <p:spPr>
          <a:xfrm>
            <a:off x="614152" y="1017725"/>
            <a:ext cx="7809848" cy="23198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5 Tables (2016-2021)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884" name="Google Shape;884;p38"/>
          <p:cNvGraphicFramePr/>
          <p:nvPr/>
        </p:nvGraphicFramePr>
        <p:xfrm>
          <a:off x="1689619" y="15506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{9364D48C-7518-403C-82E0-CB89DD788566}</a:tableStyleId>
              </a:tblPr>
              <a:tblGrid>
                <a:gridCol w="2012200"/>
                <a:gridCol w="1378950"/>
                <a:gridCol w="2645450"/>
              </a:tblGrid>
              <a:tr h="21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Table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Rows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Description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1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Sales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62,884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Core transaction records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1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Products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2,517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Product catalog with pricing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Customers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15,266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Customer demographic &amp; location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1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Stores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67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Store info; physical &amp; online 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1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Exchange Rates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11,215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Multi-currency conversion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85" name="Google Shape;885;p38"/>
          <p:cNvSpPr/>
          <p:nvPr/>
        </p:nvSpPr>
        <p:spPr>
          <a:xfrm>
            <a:off x="1206714" y="3774514"/>
            <a:ext cx="7217286" cy="70252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555D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Exchange Rates table was not used in this analysis — product prices are already standardized in USD regardless of customer's local currency.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39"/>
          <p:cNvSpPr txBox="1"/>
          <p:nvPr>
            <p:ph type="title"/>
          </p:nvPr>
        </p:nvSpPr>
        <p:spPr>
          <a:xfrm>
            <a:off x="609350" y="1463975"/>
            <a:ext cx="45597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Data Preparation</a:t>
            </a:r>
            <a:endParaRPr/>
          </a:p>
        </p:txBody>
      </p:sp>
      <p:sp>
        <p:nvSpPr>
          <p:cNvPr id="891" name="Google Shape;891;p39"/>
          <p:cNvSpPr txBox="1"/>
          <p:nvPr>
            <p:ph idx="2" type="title"/>
          </p:nvPr>
        </p:nvSpPr>
        <p:spPr>
          <a:xfrm>
            <a:off x="609350" y="920300"/>
            <a:ext cx="9969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GB"/>
              <a:t>02</a:t>
            </a:r>
            <a:endParaRPr/>
          </a:p>
        </p:txBody>
      </p:sp>
      <p:grpSp>
        <p:nvGrpSpPr>
          <p:cNvPr id="892" name="Google Shape;892;p39"/>
          <p:cNvGrpSpPr/>
          <p:nvPr/>
        </p:nvGrpSpPr>
        <p:grpSpPr>
          <a:xfrm>
            <a:off x="5329711" y="970806"/>
            <a:ext cx="3412448" cy="3413485"/>
            <a:chOff x="1017285" y="809699"/>
            <a:chExt cx="3497794" cy="3498857"/>
          </a:xfrm>
        </p:grpSpPr>
        <p:sp>
          <p:nvSpPr>
            <p:cNvPr id="893" name="Google Shape;893;p39"/>
            <p:cNvSpPr/>
            <p:nvPr/>
          </p:nvSpPr>
          <p:spPr>
            <a:xfrm>
              <a:off x="3785701" y="2959800"/>
              <a:ext cx="483175" cy="476826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rgbClr val="FF7A7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39"/>
            <p:cNvSpPr/>
            <p:nvPr/>
          </p:nvSpPr>
          <p:spPr>
            <a:xfrm>
              <a:off x="4506379" y="2776855"/>
              <a:ext cx="8700" cy="2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39"/>
            <p:cNvSpPr/>
            <p:nvPr/>
          </p:nvSpPr>
          <p:spPr>
            <a:xfrm>
              <a:off x="4506379" y="2776855"/>
              <a:ext cx="8700" cy="2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6" name="Google Shape;896;p39"/>
            <p:cNvGrpSpPr/>
            <p:nvPr/>
          </p:nvGrpSpPr>
          <p:grpSpPr>
            <a:xfrm>
              <a:off x="2291675" y="1423158"/>
              <a:ext cx="2214703" cy="1379528"/>
              <a:chOff x="2291675" y="1423158"/>
              <a:chExt cx="2214703" cy="1379528"/>
            </a:xfrm>
          </p:grpSpPr>
          <p:sp>
            <p:nvSpPr>
              <p:cNvPr id="897" name="Google Shape;897;p39"/>
              <p:cNvSpPr/>
              <p:nvPr/>
            </p:nvSpPr>
            <p:spPr>
              <a:xfrm>
                <a:off x="2291675" y="1423158"/>
                <a:ext cx="2214703" cy="1379528"/>
              </a:xfrm>
              <a:custGeom>
                <a:rect b="b" l="l" r="r" t="t"/>
                <a:pathLst>
                  <a:path extrusionOk="0" h="1577" w="2533">
                    <a:moveTo>
                      <a:pt x="47" y="0"/>
                    </a:moveTo>
                    <a:cubicBezTo>
                      <a:pt x="2485" y="0"/>
                      <a:pt x="2485" y="0"/>
                      <a:pt x="2485" y="0"/>
                    </a:cubicBezTo>
                    <a:cubicBezTo>
                      <a:pt x="2512" y="0"/>
                      <a:pt x="2533" y="21"/>
                      <a:pt x="2533" y="48"/>
                    </a:cubicBezTo>
                    <a:cubicBezTo>
                      <a:pt x="2533" y="1577"/>
                      <a:pt x="2533" y="1577"/>
                      <a:pt x="2533" y="1577"/>
                    </a:cubicBezTo>
                    <a:cubicBezTo>
                      <a:pt x="0" y="1577"/>
                      <a:pt x="0" y="1577"/>
                      <a:pt x="0" y="1577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21"/>
                      <a:pt x="21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8" name="Google Shape;898;p39"/>
              <p:cNvSpPr/>
              <p:nvPr/>
            </p:nvSpPr>
            <p:spPr>
              <a:xfrm>
                <a:off x="3273351" y="2692523"/>
                <a:ext cx="262800" cy="46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9" name="Google Shape;899;p39"/>
              <p:cNvSpPr/>
              <p:nvPr/>
            </p:nvSpPr>
            <p:spPr>
              <a:xfrm>
                <a:off x="2291675" y="2776855"/>
                <a:ext cx="2214600" cy="25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0" name="Google Shape;900;p39"/>
              <p:cNvSpPr/>
              <p:nvPr/>
            </p:nvSpPr>
            <p:spPr>
              <a:xfrm>
                <a:off x="2368209" y="1492996"/>
                <a:ext cx="2061633" cy="1161406"/>
              </a:xfrm>
              <a:custGeom>
                <a:rect b="b" l="l" r="r" t="t"/>
                <a:pathLst>
                  <a:path extrusionOk="0" h="1328" w="2357">
                    <a:moveTo>
                      <a:pt x="24" y="0"/>
                    </a:moveTo>
                    <a:cubicBezTo>
                      <a:pt x="2333" y="0"/>
                      <a:pt x="2333" y="0"/>
                      <a:pt x="2333" y="0"/>
                    </a:cubicBezTo>
                    <a:cubicBezTo>
                      <a:pt x="2346" y="0"/>
                      <a:pt x="2357" y="10"/>
                      <a:pt x="2357" y="23"/>
                    </a:cubicBezTo>
                    <a:cubicBezTo>
                      <a:pt x="2357" y="1304"/>
                      <a:pt x="2357" y="1304"/>
                      <a:pt x="2357" y="1304"/>
                    </a:cubicBezTo>
                    <a:cubicBezTo>
                      <a:pt x="2357" y="1318"/>
                      <a:pt x="2346" y="1328"/>
                      <a:pt x="2333" y="1328"/>
                    </a:cubicBezTo>
                    <a:cubicBezTo>
                      <a:pt x="24" y="1328"/>
                      <a:pt x="24" y="1328"/>
                      <a:pt x="24" y="1328"/>
                    </a:cubicBezTo>
                    <a:cubicBezTo>
                      <a:pt x="10" y="1328"/>
                      <a:pt x="0" y="1318"/>
                      <a:pt x="0" y="1304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10"/>
                      <a:pt x="10" y="0"/>
                      <a:pt x="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1" name="Google Shape;901;p39"/>
              <p:cNvSpPr/>
              <p:nvPr/>
            </p:nvSpPr>
            <p:spPr>
              <a:xfrm>
                <a:off x="2990048" y="1492996"/>
                <a:ext cx="1171927" cy="1161406"/>
              </a:xfrm>
              <a:custGeom>
                <a:rect b="b" l="l" r="r" t="t"/>
                <a:pathLst>
                  <a:path extrusionOk="0" h="1214" w="1225">
                    <a:moveTo>
                      <a:pt x="0" y="1214"/>
                    </a:moveTo>
                    <a:lnTo>
                      <a:pt x="416" y="1214"/>
                    </a:lnTo>
                    <a:lnTo>
                      <a:pt x="1225" y="0"/>
                    </a:lnTo>
                    <a:lnTo>
                      <a:pt x="808" y="0"/>
                    </a:lnTo>
                    <a:lnTo>
                      <a:pt x="0" y="121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2" name="Google Shape;902;p39"/>
              <p:cNvSpPr/>
              <p:nvPr/>
            </p:nvSpPr>
            <p:spPr>
              <a:xfrm>
                <a:off x="2648515" y="1492996"/>
                <a:ext cx="971982" cy="1161406"/>
              </a:xfrm>
              <a:custGeom>
                <a:rect b="b" l="l" r="r" t="t"/>
                <a:pathLst>
                  <a:path extrusionOk="0" h="1214" w="1016">
                    <a:moveTo>
                      <a:pt x="0" y="1214"/>
                    </a:moveTo>
                    <a:lnTo>
                      <a:pt x="208" y="1214"/>
                    </a:lnTo>
                    <a:lnTo>
                      <a:pt x="1016" y="0"/>
                    </a:lnTo>
                    <a:lnTo>
                      <a:pt x="809" y="0"/>
                    </a:lnTo>
                    <a:lnTo>
                      <a:pt x="0" y="121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3" name="Google Shape;903;p39"/>
            <p:cNvGrpSpPr/>
            <p:nvPr/>
          </p:nvGrpSpPr>
          <p:grpSpPr>
            <a:xfrm flipH="1">
              <a:off x="1017285" y="1615136"/>
              <a:ext cx="1176885" cy="2693420"/>
              <a:chOff x="1553545" y="1817994"/>
              <a:chExt cx="1123518" cy="2571284"/>
            </a:xfrm>
          </p:grpSpPr>
          <p:grpSp>
            <p:nvGrpSpPr>
              <p:cNvPr id="904" name="Google Shape;904;p39"/>
              <p:cNvGrpSpPr/>
              <p:nvPr/>
            </p:nvGrpSpPr>
            <p:grpSpPr>
              <a:xfrm>
                <a:off x="1553545" y="1817994"/>
                <a:ext cx="1123518" cy="2571284"/>
                <a:chOff x="1553545" y="1817994"/>
                <a:chExt cx="1123518" cy="2571284"/>
              </a:xfrm>
            </p:grpSpPr>
            <p:sp>
              <p:nvSpPr>
                <p:cNvPr id="905" name="Google Shape;905;p39"/>
                <p:cNvSpPr/>
                <p:nvPr/>
              </p:nvSpPr>
              <p:spPr>
                <a:xfrm>
                  <a:off x="1553545" y="2564602"/>
                  <a:ext cx="350879" cy="162321"/>
                </a:xfrm>
                <a:custGeom>
                  <a:rect b="b" l="l" r="r" t="t"/>
                  <a:pathLst>
                    <a:path extrusionOk="0" h="162321" w="350879">
                      <a:moveTo>
                        <a:pt x="350880" y="72485"/>
                      </a:moveTo>
                      <a:cubicBezTo>
                        <a:pt x="320971" y="49244"/>
                        <a:pt x="291634" y="25146"/>
                        <a:pt x="263154" y="0"/>
                      </a:cubicBezTo>
                      <a:lnTo>
                        <a:pt x="154188" y="57912"/>
                      </a:lnTo>
                      <a:lnTo>
                        <a:pt x="146283" y="61531"/>
                      </a:lnTo>
                      <a:cubicBezTo>
                        <a:pt x="145616" y="62103"/>
                        <a:pt x="144854" y="62674"/>
                        <a:pt x="144187" y="63246"/>
                      </a:cubicBezTo>
                      <a:lnTo>
                        <a:pt x="133519" y="68866"/>
                      </a:lnTo>
                      <a:cubicBezTo>
                        <a:pt x="132567" y="69247"/>
                        <a:pt x="131805" y="69818"/>
                        <a:pt x="131043" y="70485"/>
                      </a:cubicBezTo>
                      <a:cubicBezTo>
                        <a:pt x="118184" y="73628"/>
                        <a:pt x="49604" y="90869"/>
                        <a:pt x="39412" y="98298"/>
                      </a:cubicBezTo>
                      <a:cubicBezTo>
                        <a:pt x="22077" y="102203"/>
                        <a:pt x="1788" y="107251"/>
                        <a:pt x="74" y="111442"/>
                      </a:cubicBezTo>
                      <a:cubicBezTo>
                        <a:pt x="-2212" y="117157"/>
                        <a:pt x="49223" y="113824"/>
                        <a:pt x="62558" y="114300"/>
                      </a:cubicBezTo>
                      <a:lnTo>
                        <a:pt x="65034" y="115633"/>
                      </a:lnTo>
                      <a:cubicBezTo>
                        <a:pt x="60939" y="118777"/>
                        <a:pt x="37317" y="126873"/>
                        <a:pt x="37317" y="126873"/>
                      </a:cubicBezTo>
                      <a:cubicBezTo>
                        <a:pt x="36174" y="127349"/>
                        <a:pt x="3503" y="140779"/>
                        <a:pt x="8646" y="145066"/>
                      </a:cubicBezTo>
                      <a:cubicBezTo>
                        <a:pt x="13790" y="149447"/>
                        <a:pt x="87323" y="125063"/>
                        <a:pt x="71892" y="130302"/>
                      </a:cubicBezTo>
                      <a:cubicBezTo>
                        <a:pt x="70845" y="130683"/>
                        <a:pt x="9408" y="148209"/>
                        <a:pt x="15123" y="155829"/>
                      </a:cubicBezTo>
                      <a:cubicBezTo>
                        <a:pt x="18933" y="160877"/>
                        <a:pt x="73702" y="144113"/>
                        <a:pt x="76274" y="144685"/>
                      </a:cubicBezTo>
                      <a:cubicBezTo>
                        <a:pt x="78846" y="145256"/>
                        <a:pt x="29697" y="154972"/>
                        <a:pt x="34173" y="161449"/>
                      </a:cubicBezTo>
                      <a:cubicBezTo>
                        <a:pt x="36174" y="164211"/>
                        <a:pt x="60748" y="159734"/>
                        <a:pt x="68749" y="157448"/>
                      </a:cubicBezTo>
                      <a:cubicBezTo>
                        <a:pt x="75702" y="155448"/>
                        <a:pt x="98277" y="149542"/>
                        <a:pt x="133233" y="138113"/>
                      </a:cubicBezTo>
                      <a:cubicBezTo>
                        <a:pt x="172476" y="129254"/>
                        <a:pt x="266774" y="106013"/>
                        <a:pt x="350880" y="72485"/>
                      </a:cubicBez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6" name="Google Shape;906;p39"/>
                <p:cNvSpPr/>
                <p:nvPr/>
              </p:nvSpPr>
              <p:spPr>
                <a:xfrm>
                  <a:off x="1786988" y="2224592"/>
                  <a:ext cx="307186" cy="437982"/>
                </a:xfrm>
                <a:custGeom>
                  <a:rect b="b" l="l" r="r" t="t"/>
                  <a:pathLst>
                    <a:path extrusionOk="0" h="437982" w="307186">
                      <a:moveTo>
                        <a:pt x="206026" y="37552"/>
                      </a:moveTo>
                      <a:cubicBezTo>
                        <a:pt x="183070" y="84415"/>
                        <a:pt x="98965" y="280725"/>
                        <a:pt x="98965" y="280725"/>
                      </a:cubicBezTo>
                      <a:lnTo>
                        <a:pt x="0" y="336066"/>
                      </a:lnTo>
                      <a:lnTo>
                        <a:pt x="65532" y="437983"/>
                      </a:lnTo>
                      <a:cubicBezTo>
                        <a:pt x="65532" y="437983"/>
                        <a:pt x="158687" y="416171"/>
                        <a:pt x="205264" y="373880"/>
                      </a:cubicBezTo>
                      <a:cubicBezTo>
                        <a:pt x="250222" y="333208"/>
                        <a:pt x="307848" y="64984"/>
                        <a:pt x="307181" y="976"/>
                      </a:cubicBezTo>
                      <a:cubicBezTo>
                        <a:pt x="307181" y="976"/>
                        <a:pt x="228981" y="-9406"/>
                        <a:pt x="206026" y="3755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7" name="Google Shape;907;p39"/>
                <p:cNvSpPr/>
                <p:nvPr/>
              </p:nvSpPr>
              <p:spPr>
                <a:xfrm>
                  <a:off x="2049592" y="2091170"/>
                  <a:ext cx="99441" cy="99441"/>
                </a:xfrm>
                <a:custGeom>
                  <a:rect b="b" l="l" r="r" t="t"/>
                  <a:pathLst>
                    <a:path extrusionOk="0" h="99441" w="99441">
                      <a:moveTo>
                        <a:pt x="49721" y="99441"/>
                      </a:moveTo>
                      <a:cubicBezTo>
                        <a:pt x="22289" y="99441"/>
                        <a:pt x="0" y="77153"/>
                        <a:pt x="0" y="49721"/>
                      </a:cubicBezTo>
                      <a:cubicBezTo>
                        <a:pt x="0" y="22288"/>
                        <a:pt x="22289" y="0"/>
                        <a:pt x="49721" y="0"/>
                      </a:cubicBezTo>
                      <a:cubicBezTo>
                        <a:pt x="77153" y="0"/>
                        <a:pt x="99441" y="22288"/>
                        <a:pt x="99441" y="49721"/>
                      </a:cubicBezTo>
                      <a:cubicBezTo>
                        <a:pt x="99441" y="77153"/>
                        <a:pt x="77057" y="99441"/>
                        <a:pt x="49721" y="99441"/>
                      </a:cubicBezTo>
                      <a:close/>
                      <a:moveTo>
                        <a:pt x="49721" y="4477"/>
                      </a:moveTo>
                      <a:cubicBezTo>
                        <a:pt x="24765" y="4477"/>
                        <a:pt x="4382" y="24765"/>
                        <a:pt x="4382" y="49816"/>
                      </a:cubicBezTo>
                      <a:cubicBezTo>
                        <a:pt x="4382" y="74867"/>
                        <a:pt x="24670" y="95155"/>
                        <a:pt x="49721" y="95155"/>
                      </a:cubicBezTo>
                      <a:cubicBezTo>
                        <a:pt x="74771" y="95155"/>
                        <a:pt x="95060" y="74867"/>
                        <a:pt x="95060" y="49816"/>
                      </a:cubicBezTo>
                      <a:cubicBezTo>
                        <a:pt x="95060" y="24765"/>
                        <a:pt x="74676" y="4477"/>
                        <a:pt x="49721" y="447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8" name="Google Shape;908;p39"/>
                <p:cNvSpPr/>
                <p:nvPr/>
              </p:nvSpPr>
              <p:spPr>
                <a:xfrm>
                  <a:off x="2073164" y="1898589"/>
                  <a:ext cx="248512" cy="256494"/>
                </a:xfrm>
                <a:custGeom>
                  <a:rect b="b" l="l" r="r" t="t"/>
                  <a:pathLst>
                    <a:path extrusionOk="0" h="256494" w="248512">
                      <a:moveTo>
                        <a:pt x="336" y="101713"/>
                      </a:moveTo>
                      <a:cubicBezTo>
                        <a:pt x="-3379" y="84377"/>
                        <a:pt x="24625" y="39610"/>
                        <a:pt x="39198" y="29418"/>
                      </a:cubicBezTo>
                      <a:cubicBezTo>
                        <a:pt x="56915" y="17131"/>
                        <a:pt x="76917" y="8654"/>
                        <a:pt x="97872" y="3510"/>
                      </a:cubicBezTo>
                      <a:cubicBezTo>
                        <a:pt x="142163" y="-7253"/>
                        <a:pt x="183121" y="7320"/>
                        <a:pt x="215601" y="39229"/>
                      </a:cubicBezTo>
                      <a:cubicBezTo>
                        <a:pt x="319042" y="140956"/>
                        <a:pt x="145592" y="256494"/>
                        <a:pt x="145592" y="256494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9" name="Google Shape;909;p39"/>
                <p:cNvSpPr/>
                <p:nvPr/>
              </p:nvSpPr>
              <p:spPr>
                <a:xfrm>
                  <a:off x="2156177" y="1817994"/>
                  <a:ext cx="96012" cy="96011"/>
                </a:xfrm>
                <a:custGeom>
                  <a:rect b="b" l="l" r="r" t="t"/>
                  <a:pathLst>
                    <a:path extrusionOk="0" h="96011" w="96012">
                      <a:moveTo>
                        <a:pt x="96012" y="48006"/>
                      </a:moveTo>
                      <a:cubicBezTo>
                        <a:pt x="96012" y="74519"/>
                        <a:pt x="74519" y="96012"/>
                        <a:pt x="48006" y="96012"/>
                      </a:cubicBezTo>
                      <a:cubicBezTo>
                        <a:pt x="21493" y="96012"/>
                        <a:pt x="0" y="74519"/>
                        <a:pt x="0" y="48006"/>
                      </a:cubicBezTo>
                      <a:cubicBezTo>
                        <a:pt x="0" y="21493"/>
                        <a:pt x="21493" y="0"/>
                        <a:pt x="48006" y="0"/>
                      </a:cubicBezTo>
                      <a:cubicBezTo>
                        <a:pt x="74519" y="0"/>
                        <a:pt x="96012" y="21493"/>
                        <a:pt x="96012" y="4800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0" name="Google Shape;910;p39"/>
                <p:cNvSpPr/>
                <p:nvPr/>
              </p:nvSpPr>
              <p:spPr>
                <a:xfrm>
                  <a:off x="2295432" y="1910862"/>
                  <a:ext cx="96011" cy="96012"/>
                </a:xfrm>
                <a:custGeom>
                  <a:rect b="b" l="l" r="r" t="t"/>
                  <a:pathLst>
                    <a:path extrusionOk="0" h="96012" w="96011">
                      <a:moveTo>
                        <a:pt x="0" y="48006"/>
                      </a:moveTo>
                      <a:cubicBezTo>
                        <a:pt x="0" y="21431"/>
                        <a:pt x="21526" y="0"/>
                        <a:pt x="48006" y="0"/>
                      </a:cubicBezTo>
                      <a:cubicBezTo>
                        <a:pt x="74486" y="0"/>
                        <a:pt x="96012" y="21526"/>
                        <a:pt x="96012" y="48006"/>
                      </a:cubicBezTo>
                      <a:cubicBezTo>
                        <a:pt x="96012" y="74485"/>
                        <a:pt x="74486" y="96012"/>
                        <a:pt x="48006" y="96012"/>
                      </a:cubicBezTo>
                      <a:cubicBezTo>
                        <a:pt x="21526" y="96012"/>
                        <a:pt x="0" y="74581"/>
                        <a:pt x="0" y="4800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1" name="Google Shape;911;p39"/>
                <p:cNvSpPr/>
                <p:nvPr/>
              </p:nvSpPr>
              <p:spPr>
                <a:xfrm>
                  <a:off x="2066236" y="1927089"/>
                  <a:ext cx="223453" cy="440306"/>
                </a:xfrm>
                <a:custGeom>
                  <a:rect b="b" l="l" r="r" t="t"/>
                  <a:pathLst>
                    <a:path extrusionOk="0" h="440306" w="223453">
                      <a:moveTo>
                        <a:pt x="180619" y="116551"/>
                      </a:moveTo>
                      <a:cubicBezTo>
                        <a:pt x="180714" y="118933"/>
                        <a:pt x="182809" y="120647"/>
                        <a:pt x="185095" y="120457"/>
                      </a:cubicBezTo>
                      <a:cubicBezTo>
                        <a:pt x="194811" y="119504"/>
                        <a:pt x="217195" y="115504"/>
                        <a:pt x="222624" y="140745"/>
                      </a:cubicBezTo>
                      <a:cubicBezTo>
                        <a:pt x="228148" y="166272"/>
                        <a:pt x="204812" y="182941"/>
                        <a:pt x="190048" y="185131"/>
                      </a:cubicBezTo>
                      <a:cubicBezTo>
                        <a:pt x="185762" y="185703"/>
                        <a:pt x="165379" y="202467"/>
                        <a:pt x="162807" y="205896"/>
                      </a:cubicBezTo>
                      <a:cubicBezTo>
                        <a:pt x="154711" y="216373"/>
                        <a:pt x="174427" y="319434"/>
                        <a:pt x="178809" y="351533"/>
                      </a:cubicBezTo>
                      <a:cubicBezTo>
                        <a:pt x="187000" y="411445"/>
                        <a:pt x="98704" y="440306"/>
                        <a:pt x="98704" y="440306"/>
                      </a:cubicBezTo>
                      <a:cubicBezTo>
                        <a:pt x="98704" y="440306"/>
                        <a:pt x="48126" y="426876"/>
                        <a:pt x="42887" y="351533"/>
                      </a:cubicBezTo>
                      <a:cubicBezTo>
                        <a:pt x="42887" y="351533"/>
                        <a:pt x="45173" y="205801"/>
                        <a:pt x="44411" y="205134"/>
                      </a:cubicBezTo>
                      <a:cubicBezTo>
                        <a:pt x="31457" y="194275"/>
                        <a:pt x="-15311" y="193228"/>
                        <a:pt x="5073" y="91977"/>
                      </a:cubicBezTo>
                      <a:cubicBezTo>
                        <a:pt x="23932" y="-1749"/>
                        <a:pt x="91560" y="-1178"/>
                        <a:pt x="108895" y="346"/>
                      </a:cubicBezTo>
                      <a:cubicBezTo>
                        <a:pt x="123659" y="1680"/>
                        <a:pt x="173856" y="346"/>
                        <a:pt x="180619" y="116551"/>
                      </a:cubicBez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2" name="Google Shape;912;p39"/>
                <p:cNvSpPr/>
                <p:nvPr/>
              </p:nvSpPr>
              <p:spPr>
                <a:xfrm>
                  <a:off x="2127316" y="1917239"/>
                  <a:ext cx="133661" cy="99928"/>
                </a:xfrm>
                <a:custGeom>
                  <a:rect b="b" l="l" r="r" t="t"/>
                  <a:pathLst>
                    <a:path extrusionOk="0" h="99928" w="133661">
                      <a:moveTo>
                        <a:pt x="0" y="5434"/>
                      </a:moveTo>
                      <a:cubicBezTo>
                        <a:pt x="0" y="5434"/>
                        <a:pt x="20479" y="120496"/>
                        <a:pt x="128778" y="96684"/>
                      </a:cubicBezTo>
                      <a:cubicBezTo>
                        <a:pt x="128683" y="96684"/>
                        <a:pt x="172402" y="-27046"/>
                        <a:pt x="0" y="543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3" name="Google Shape;913;p39"/>
                <p:cNvSpPr/>
                <p:nvPr/>
              </p:nvSpPr>
              <p:spPr>
                <a:xfrm>
                  <a:off x="2244664" y="2065805"/>
                  <a:ext cx="33813" cy="24508"/>
                </a:xfrm>
                <a:custGeom>
                  <a:rect b="b" l="l" r="r" t="t"/>
                  <a:pathLst>
                    <a:path extrusionOk="0" h="24508" w="33813">
                      <a:moveTo>
                        <a:pt x="33814" y="10411"/>
                      </a:moveTo>
                      <a:cubicBezTo>
                        <a:pt x="33814" y="10411"/>
                        <a:pt x="15621" y="-20640"/>
                        <a:pt x="0" y="24508"/>
                      </a:cubicBezTo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4" name="Google Shape;914;p39"/>
                <p:cNvSpPr/>
                <p:nvPr/>
              </p:nvSpPr>
              <p:spPr>
                <a:xfrm>
                  <a:off x="2134841" y="1998536"/>
                  <a:ext cx="20596" cy="15882"/>
                </a:xfrm>
                <a:custGeom>
                  <a:rect b="b" l="l" r="r" t="t"/>
                  <a:pathLst>
                    <a:path extrusionOk="0" h="15882" w="20596">
                      <a:moveTo>
                        <a:pt x="19145" y="15197"/>
                      </a:moveTo>
                      <a:cubicBezTo>
                        <a:pt x="22574" y="19197"/>
                        <a:pt x="19526" y="4529"/>
                        <a:pt x="14192" y="1576"/>
                      </a:cubicBezTo>
                      <a:cubicBezTo>
                        <a:pt x="8953" y="-1377"/>
                        <a:pt x="2572" y="-43"/>
                        <a:pt x="0" y="4433"/>
                      </a:cubicBezTo>
                      <a:cubicBezTo>
                        <a:pt x="0" y="4433"/>
                        <a:pt x="10954" y="5576"/>
                        <a:pt x="19145" y="1519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5" name="Google Shape;915;p39"/>
                <p:cNvSpPr/>
                <p:nvPr/>
              </p:nvSpPr>
              <p:spPr>
                <a:xfrm>
                  <a:off x="2084558" y="1984965"/>
                  <a:ext cx="23231" cy="9817"/>
                </a:xfrm>
                <a:custGeom>
                  <a:rect b="b" l="l" r="r" t="t"/>
                  <a:pathLst>
                    <a:path extrusionOk="0" h="9817" w="23231">
                      <a:moveTo>
                        <a:pt x="1324" y="9622"/>
                      </a:moveTo>
                      <a:cubicBezTo>
                        <a:pt x="-3533" y="11432"/>
                        <a:pt x="6087" y="97"/>
                        <a:pt x="12183" y="2"/>
                      </a:cubicBezTo>
                      <a:cubicBezTo>
                        <a:pt x="18279" y="-94"/>
                        <a:pt x="23232" y="4097"/>
                        <a:pt x="23232" y="9336"/>
                      </a:cubicBezTo>
                      <a:cubicBezTo>
                        <a:pt x="23232" y="9336"/>
                        <a:pt x="13040" y="5145"/>
                        <a:pt x="1324" y="962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6" name="Google Shape;916;p39"/>
                <p:cNvSpPr/>
                <p:nvPr/>
              </p:nvSpPr>
              <p:spPr>
                <a:xfrm>
                  <a:off x="2131242" y="2024181"/>
                  <a:ext cx="11991" cy="21059"/>
                </a:xfrm>
                <a:custGeom>
                  <a:rect b="b" l="l" r="r" t="t"/>
                  <a:pathLst>
                    <a:path extrusionOk="0" h="15804" w="8999">
                      <a:moveTo>
                        <a:pt x="8310" y="9045"/>
                      </a:moveTo>
                      <a:cubicBezTo>
                        <a:pt x="6976" y="13331"/>
                        <a:pt x="4214" y="16379"/>
                        <a:pt x="2118" y="15713"/>
                      </a:cubicBezTo>
                      <a:cubicBezTo>
                        <a:pt x="23" y="15046"/>
                        <a:pt x="-644" y="11045"/>
                        <a:pt x="690" y="6759"/>
                      </a:cubicBezTo>
                      <a:cubicBezTo>
                        <a:pt x="2023" y="2473"/>
                        <a:pt x="4785" y="-575"/>
                        <a:pt x="6881" y="92"/>
                      </a:cubicBezTo>
                      <a:cubicBezTo>
                        <a:pt x="8976" y="663"/>
                        <a:pt x="9643" y="4759"/>
                        <a:pt x="8310" y="904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7" name="Google Shape;917;p39"/>
                <p:cNvSpPr/>
                <p:nvPr/>
              </p:nvSpPr>
              <p:spPr>
                <a:xfrm>
                  <a:off x="2086775" y="2007961"/>
                  <a:ext cx="11438" cy="20119"/>
                </a:xfrm>
                <a:custGeom>
                  <a:rect b="b" l="l" r="r" t="t"/>
                  <a:pathLst>
                    <a:path extrusionOk="0" h="15099" w="8584">
                      <a:moveTo>
                        <a:pt x="7891" y="8645"/>
                      </a:moveTo>
                      <a:cubicBezTo>
                        <a:pt x="6652" y="12741"/>
                        <a:pt x="3985" y="15598"/>
                        <a:pt x="1985" y="15027"/>
                      </a:cubicBezTo>
                      <a:cubicBezTo>
                        <a:pt x="-15" y="14455"/>
                        <a:pt x="-587" y="10550"/>
                        <a:pt x="652" y="6455"/>
                      </a:cubicBezTo>
                      <a:cubicBezTo>
                        <a:pt x="1890" y="2359"/>
                        <a:pt x="4557" y="-499"/>
                        <a:pt x="6557" y="73"/>
                      </a:cubicBezTo>
                      <a:cubicBezTo>
                        <a:pt x="8557" y="644"/>
                        <a:pt x="9224" y="4549"/>
                        <a:pt x="7891" y="864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8" name="Google Shape;918;p39"/>
                <p:cNvSpPr/>
                <p:nvPr/>
              </p:nvSpPr>
              <p:spPr>
                <a:xfrm>
                  <a:off x="2110672" y="2132223"/>
                  <a:ext cx="69674" cy="30272"/>
                </a:xfrm>
                <a:custGeom>
                  <a:rect b="b" l="l" r="r" t="t"/>
                  <a:pathLst>
                    <a:path extrusionOk="0" h="30272" w="69674">
                      <a:moveTo>
                        <a:pt x="70" y="0"/>
                      </a:moveTo>
                      <a:cubicBezTo>
                        <a:pt x="70" y="0"/>
                        <a:pt x="44362" y="4477"/>
                        <a:pt x="66269" y="1143"/>
                      </a:cubicBezTo>
                      <a:cubicBezTo>
                        <a:pt x="88177" y="-2286"/>
                        <a:pt x="-2882" y="69152"/>
                        <a:pt x="70" y="0"/>
                      </a:cubicBez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9" name="Google Shape;919;p39"/>
                <p:cNvSpPr/>
                <p:nvPr/>
              </p:nvSpPr>
              <p:spPr>
                <a:xfrm>
                  <a:off x="2023112" y="4149142"/>
                  <a:ext cx="120110" cy="168520"/>
                </a:xfrm>
                <a:custGeom>
                  <a:rect b="b" l="l" r="r" t="t"/>
                  <a:pathLst>
                    <a:path extrusionOk="0" h="168520" w="120110">
                      <a:moveTo>
                        <a:pt x="120110" y="2953"/>
                      </a:moveTo>
                      <a:lnTo>
                        <a:pt x="104204" y="115919"/>
                      </a:lnTo>
                      <a:cubicBezTo>
                        <a:pt x="104204" y="115919"/>
                        <a:pt x="78677" y="190881"/>
                        <a:pt x="54959" y="161830"/>
                      </a:cubicBezTo>
                      <a:cubicBezTo>
                        <a:pt x="31242" y="132779"/>
                        <a:pt x="7810" y="117443"/>
                        <a:pt x="7810" y="117443"/>
                      </a:cubicBezTo>
                      <a:lnTo>
                        <a:pt x="0" y="0"/>
                      </a:lnTo>
                      <a:lnTo>
                        <a:pt x="120110" y="2953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0" name="Google Shape;920;p39"/>
                <p:cNvSpPr/>
                <p:nvPr/>
              </p:nvSpPr>
              <p:spPr>
                <a:xfrm>
                  <a:off x="2520889" y="4143237"/>
                  <a:ext cx="101155" cy="135646"/>
                </a:xfrm>
                <a:custGeom>
                  <a:rect b="b" l="l" r="r" t="t"/>
                  <a:pathLst>
                    <a:path extrusionOk="0" h="135646" w="101155">
                      <a:moveTo>
                        <a:pt x="0" y="95"/>
                      </a:moveTo>
                      <a:lnTo>
                        <a:pt x="35147" y="112776"/>
                      </a:lnTo>
                      <a:cubicBezTo>
                        <a:pt x="35147" y="112776"/>
                        <a:pt x="61912" y="136207"/>
                        <a:pt x="71533" y="135636"/>
                      </a:cubicBezTo>
                      <a:cubicBezTo>
                        <a:pt x="89154" y="134493"/>
                        <a:pt x="98298" y="104204"/>
                        <a:pt x="98298" y="104204"/>
                      </a:cubicBezTo>
                      <a:lnTo>
                        <a:pt x="10115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1" name="Google Shape;921;p39"/>
                <p:cNvSpPr/>
                <p:nvPr/>
              </p:nvSpPr>
              <p:spPr>
                <a:xfrm>
                  <a:off x="1926160" y="4247215"/>
                  <a:ext cx="213243" cy="106333"/>
                </a:xfrm>
                <a:custGeom>
                  <a:rect b="b" l="l" r="r" t="t"/>
                  <a:pathLst>
                    <a:path extrusionOk="0" h="106333" w="213243">
                      <a:moveTo>
                        <a:pt x="96952" y="18799"/>
                      </a:moveTo>
                      <a:lnTo>
                        <a:pt x="2274" y="95475"/>
                      </a:lnTo>
                      <a:cubicBezTo>
                        <a:pt x="-2584" y="99095"/>
                        <a:pt x="845" y="105095"/>
                        <a:pt x="7799" y="105191"/>
                      </a:cubicBezTo>
                      <a:lnTo>
                        <a:pt x="147530" y="106333"/>
                      </a:lnTo>
                      <a:cubicBezTo>
                        <a:pt x="150864" y="106333"/>
                        <a:pt x="153912" y="104810"/>
                        <a:pt x="155055" y="102524"/>
                      </a:cubicBezTo>
                      <a:lnTo>
                        <a:pt x="165628" y="80902"/>
                      </a:lnTo>
                      <a:cubicBezTo>
                        <a:pt x="168676" y="74615"/>
                        <a:pt x="174772" y="74139"/>
                        <a:pt x="174200" y="80807"/>
                      </a:cubicBezTo>
                      <a:lnTo>
                        <a:pt x="179344" y="101666"/>
                      </a:lnTo>
                      <a:cubicBezTo>
                        <a:pt x="179058" y="105000"/>
                        <a:pt x="212491" y="104048"/>
                        <a:pt x="212777" y="101095"/>
                      </a:cubicBezTo>
                      <a:cubicBezTo>
                        <a:pt x="214586" y="82521"/>
                        <a:pt x="210776" y="21942"/>
                        <a:pt x="207442" y="4988"/>
                      </a:cubicBezTo>
                      <a:cubicBezTo>
                        <a:pt x="206966" y="2606"/>
                        <a:pt x="204490" y="606"/>
                        <a:pt x="201156" y="130"/>
                      </a:cubicBezTo>
                      <a:lnTo>
                        <a:pt x="201156" y="130"/>
                      </a:lnTo>
                      <a:cubicBezTo>
                        <a:pt x="198203" y="-346"/>
                        <a:pt x="195155" y="511"/>
                        <a:pt x="193346" y="2321"/>
                      </a:cubicBezTo>
                      <a:cubicBezTo>
                        <a:pt x="183916" y="11465"/>
                        <a:pt x="153721" y="38897"/>
                        <a:pt x="137719" y="33372"/>
                      </a:cubicBezTo>
                      <a:cubicBezTo>
                        <a:pt x="126956" y="29657"/>
                        <a:pt x="112954" y="22990"/>
                        <a:pt x="108668" y="19180"/>
                      </a:cubicBezTo>
                      <a:cubicBezTo>
                        <a:pt x="105620" y="16513"/>
                        <a:pt x="100191" y="16418"/>
                        <a:pt x="96952" y="1879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2" name="Google Shape;922;p39"/>
                <p:cNvSpPr/>
                <p:nvPr/>
              </p:nvSpPr>
              <p:spPr>
                <a:xfrm>
                  <a:off x="2539790" y="4242903"/>
                  <a:ext cx="137273" cy="146375"/>
                </a:xfrm>
                <a:custGeom>
                  <a:rect b="b" l="l" r="r" t="t"/>
                  <a:pathLst>
                    <a:path extrusionOk="0" h="146375" w="137273">
                      <a:moveTo>
                        <a:pt x="80730" y="727"/>
                      </a:moveTo>
                      <a:lnTo>
                        <a:pt x="134451" y="90738"/>
                      </a:lnTo>
                      <a:cubicBezTo>
                        <a:pt x="140166" y="99501"/>
                        <a:pt x="137023" y="109979"/>
                        <a:pt x="126641" y="116074"/>
                      </a:cubicBezTo>
                      <a:cubicBezTo>
                        <a:pt x="109877" y="126076"/>
                        <a:pt x="96065" y="145983"/>
                        <a:pt x="85493" y="146364"/>
                      </a:cubicBezTo>
                      <a:cubicBezTo>
                        <a:pt x="66348" y="146936"/>
                        <a:pt x="36725" y="126742"/>
                        <a:pt x="19389" y="119218"/>
                      </a:cubicBezTo>
                      <a:cubicBezTo>
                        <a:pt x="7769" y="114170"/>
                        <a:pt x="-1280" y="106740"/>
                        <a:pt x="149" y="97024"/>
                      </a:cubicBezTo>
                      <a:lnTo>
                        <a:pt x="13484" y="6728"/>
                      </a:lnTo>
                      <a:cubicBezTo>
                        <a:pt x="13674" y="5584"/>
                        <a:pt x="15579" y="5204"/>
                        <a:pt x="16627" y="6061"/>
                      </a:cubicBezTo>
                      <a:lnTo>
                        <a:pt x="37201" y="24730"/>
                      </a:lnTo>
                      <a:cubicBezTo>
                        <a:pt x="43964" y="30826"/>
                        <a:pt x="62252" y="30064"/>
                        <a:pt x="66824" y="22730"/>
                      </a:cubicBezTo>
                      <a:cubicBezTo>
                        <a:pt x="70062" y="17491"/>
                        <a:pt x="77682" y="631"/>
                        <a:pt x="77682" y="631"/>
                      </a:cubicBezTo>
                      <a:cubicBezTo>
                        <a:pt x="78349" y="-226"/>
                        <a:pt x="80159" y="-226"/>
                        <a:pt x="80730" y="72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3" name="Google Shape;923;p39"/>
                <p:cNvSpPr/>
                <p:nvPr/>
              </p:nvSpPr>
              <p:spPr>
                <a:xfrm>
                  <a:off x="1955027" y="2647812"/>
                  <a:ext cx="690544" cy="1529945"/>
                </a:xfrm>
                <a:custGeom>
                  <a:rect b="b" l="l" r="r" t="t"/>
                  <a:pathLst>
                    <a:path extrusionOk="0" h="1529945" w="690544">
                      <a:moveTo>
                        <a:pt x="380506" y="10668"/>
                      </a:moveTo>
                      <a:cubicBezTo>
                        <a:pt x="423845" y="87344"/>
                        <a:pt x="446800" y="143542"/>
                        <a:pt x="471755" y="241078"/>
                      </a:cubicBezTo>
                      <a:cubicBezTo>
                        <a:pt x="500711" y="354139"/>
                        <a:pt x="676924" y="1310830"/>
                        <a:pt x="690545" y="1516475"/>
                      </a:cubicBezTo>
                      <a:cubicBezTo>
                        <a:pt x="654921" y="1525048"/>
                        <a:pt x="554909" y="1523810"/>
                        <a:pt x="532334" y="1522571"/>
                      </a:cubicBezTo>
                      <a:cubicBezTo>
                        <a:pt x="460706" y="1317307"/>
                        <a:pt x="303163" y="639128"/>
                        <a:pt x="272492" y="509778"/>
                      </a:cubicBezTo>
                      <a:cubicBezTo>
                        <a:pt x="267730" y="489871"/>
                        <a:pt x="237059" y="494252"/>
                        <a:pt x="239441" y="514540"/>
                      </a:cubicBezTo>
                      <a:cubicBezTo>
                        <a:pt x="256871" y="662273"/>
                        <a:pt x="168670" y="1295781"/>
                        <a:pt x="215438" y="1522952"/>
                      </a:cubicBezTo>
                      <a:cubicBezTo>
                        <a:pt x="196769" y="1532477"/>
                        <a:pt x="83802" y="1530382"/>
                        <a:pt x="62180" y="1527620"/>
                      </a:cubicBezTo>
                      <a:cubicBezTo>
                        <a:pt x="38749" y="1274254"/>
                        <a:pt x="-85933" y="315278"/>
                        <a:pt x="102185" y="4381"/>
                      </a:cubicBezTo>
                      <a:cubicBezTo>
                        <a:pt x="188291" y="-7430"/>
                        <a:pt x="293257" y="8096"/>
                        <a:pt x="380506" y="1066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39"/>
                <p:cNvSpPr/>
                <p:nvPr/>
              </p:nvSpPr>
              <p:spPr>
                <a:xfrm>
                  <a:off x="2011415" y="2221758"/>
                  <a:ext cx="427558" cy="457609"/>
                </a:xfrm>
                <a:custGeom>
                  <a:rect b="b" l="l" r="r" t="t"/>
                  <a:pathLst>
                    <a:path extrusionOk="0" h="457609" w="427558">
                      <a:moveTo>
                        <a:pt x="83135" y="23717"/>
                      </a:moveTo>
                      <a:cubicBezTo>
                        <a:pt x="85611" y="29813"/>
                        <a:pt x="-2971" y="218599"/>
                        <a:pt x="77" y="278130"/>
                      </a:cubicBezTo>
                      <a:cubicBezTo>
                        <a:pt x="3125" y="338137"/>
                        <a:pt x="44082" y="439102"/>
                        <a:pt x="40844" y="448056"/>
                      </a:cubicBezTo>
                      <a:cubicBezTo>
                        <a:pt x="40844" y="448056"/>
                        <a:pt x="170765" y="476250"/>
                        <a:pt x="427559" y="435769"/>
                      </a:cubicBezTo>
                      <a:cubicBezTo>
                        <a:pt x="411176" y="289465"/>
                        <a:pt x="353740" y="140494"/>
                        <a:pt x="327261" y="66199"/>
                      </a:cubicBezTo>
                      <a:cubicBezTo>
                        <a:pt x="327261" y="66199"/>
                        <a:pt x="245250" y="1619"/>
                        <a:pt x="223533" y="0"/>
                      </a:cubicBezTo>
                      <a:cubicBezTo>
                        <a:pt x="223438" y="0"/>
                        <a:pt x="184386" y="53816"/>
                        <a:pt x="83135" y="237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5" name="Google Shape;925;p39"/>
                <p:cNvSpPr/>
                <p:nvPr/>
              </p:nvSpPr>
              <p:spPr>
                <a:xfrm>
                  <a:off x="1664696" y="2342048"/>
                  <a:ext cx="371180" cy="270520"/>
                </a:xfrm>
                <a:custGeom>
                  <a:rect b="b" l="l" r="r" t="t"/>
                  <a:pathLst>
                    <a:path extrusionOk="0" h="270520" w="371180">
                      <a:moveTo>
                        <a:pt x="371180" y="270521"/>
                      </a:moveTo>
                      <a:lnTo>
                        <a:pt x="310030" y="68877"/>
                      </a:lnTo>
                      <a:cubicBezTo>
                        <a:pt x="304981" y="52208"/>
                        <a:pt x="291265" y="39730"/>
                        <a:pt x="274216" y="36111"/>
                      </a:cubicBezTo>
                      <a:lnTo>
                        <a:pt x="26470" y="487"/>
                      </a:lnTo>
                      <a:cubicBezTo>
                        <a:pt x="10183" y="-2942"/>
                        <a:pt x="-3819" y="12298"/>
                        <a:pt x="943" y="28300"/>
                      </a:cubicBezTo>
                      <a:lnTo>
                        <a:pt x="52664" y="201750"/>
                      </a:lnTo>
                      <a:cubicBezTo>
                        <a:pt x="54950" y="209371"/>
                        <a:pt x="61046" y="215086"/>
                        <a:pt x="68761" y="216895"/>
                      </a:cubicBezTo>
                      <a:lnTo>
                        <a:pt x="371180" y="27052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6" name="Google Shape;926;p39"/>
                <p:cNvSpPr/>
                <p:nvPr/>
              </p:nvSpPr>
              <p:spPr>
                <a:xfrm>
                  <a:off x="1880521" y="2448333"/>
                  <a:ext cx="236793" cy="224719"/>
                </a:xfrm>
                <a:custGeom>
                  <a:rect b="b" l="l" r="r" t="t"/>
                  <a:pathLst>
                    <a:path extrusionOk="0" h="224719" w="236793">
                      <a:moveTo>
                        <a:pt x="204980" y="224720"/>
                      </a:moveTo>
                      <a:cubicBezTo>
                        <a:pt x="99158" y="152235"/>
                        <a:pt x="39626" y="95371"/>
                        <a:pt x="28292" y="85369"/>
                      </a:cubicBezTo>
                      <a:cubicBezTo>
                        <a:pt x="21815" y="79654"/>
                        <a:pt x="4098" y="60319"/>
                        <a:pt x="5527" y="57080"/>
                      </a:cubicBezTo>
                      <a:cubicBezTo>
                        <a:pt x="8861" y="49650"/>
                        <a:pt x="44865" y="87750"/>
                        <a:pt x="44008" y="85179"/>
                      </a:cubicBezTo>
                      <a:cubicBezTo>
                        <a:pt x="43055" y="82702"/>
                        <a:pt x="-2379" y="43269"/>
                        <a:pt x="98" y="37268"/>
                      </a:cubicBezTo>
                      <a:cubicBezTo>
                        <a:pt x="3908" y="28124"/>
                        <a:pt x="53819" y="72891"/>
                        <a:pt x="54676" y="73654"/>
                      </a:cubicBezTo>
                      <a:cubicBezTo>
                        <a:pt x="67916" y="84512"/>
                        <a:pt x="5241" y="32696"/>
                        <a:pt x="6289" y="25743"/>
                      </a:cubicBezTo>
                      <a:cubicBezTo>
                        <a:pt x="7337" y="18885"/>
                        <a:pt x="37626" y="40506"/>
                        <a:pt x="38674" y="41269"/>
                      </a:cubicBezTo>
                      <a:cubicBezTo>
                        <a:pt x="38674" y="41269"/>
                        <a:pt x="63439" y="61366"/>
                        <a:pt x="65344" y="59842"/>
                      </a:cubicBezTo>
                      <a:cubicBezTo>
                        <a:pt x="67154" y="58318"/>
                        <a:pt x="24672" y="1168"/>
                        <a:pt x="32102" y="25"/>
                      </a:cubicBezTo>
                      <a:cubicBezTo>
                        <a:pt x="39531" y="-1118"/>
                        <a:pt x="74393" y="36982"/>
                        <a:pt x="82965" y="45079"/>
                      </a:cubicBezTo>
                      <a:cubicBezTo>
                        <a:pt x="91538" y="53175"/>
                        <a:pt x="106587" y="61080"/>
                        <a:pt x="111445" y="60319"/>
                      </a:cubicBezTo>
                      <a:cubicBezTo>
                        <a:pt x="115541" y="59652"/>
                        <a:pt x="118970" y="41745"/>
                        <a:pt x="114874" y="32601"/>
                      </a:cubicBezTo>
                      <a:cubicBezTo>
                        <a:pt x="114874" y="32601"/>
                        <a:pt x="135829" y="54604"/>
                        <a:pt x="142211" y="73082"/>
                      </a:cubicBezTo>
                      <a:cubicBezTo>
                        <a:pt x="145544" y="82797"/>
                        <a:pt x="147640" y="95180"/>
                        <a:pt x="147640" y="95180"/>
                      </a:cubicBezTo>
                      <a:lnTo>
                        <a:pt x="236794" y="154045"/>
                      </a:lnTo>
                      <a:lnTo>
                        <a:pt x="204980" y="224720"/>
                      </a:lnTo>
                      <a:close/>
                    </a:path>
                  </a:pathLst>
                </a:custGeom>
                <a:solidFill>
                  <a:srgbClr val="D4603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7" name="Google Shape;927;p39"/>
                <p:cNvSpPr/>
                <p:nvPr/>
              </p:nvSpPr>
              <p:spPr>
                <a:xfrm>
                  <a:off x="1985775" y="2277890"/>
                  <a:ext cx="410182" cy="498297"/>
                </a:xfrm>
                <a:custGeom>
                  <a:rect b="b" l="l" r="r" t="t"/>
                  <a:pathLst>
                    <a:path extrusionOk="0" h="498297" w="410182">
                      <a:moveTo>
                        <a:pt x="283369" y="73313"/>
                      </a:moveTo>
                      <a:cubicBezTo>
                        <a:pt x="283369" y="73313"/>
                        <a:pt x="306419" y="-21556"/>
                        <a:pt x="348996" y="4543"/>
                      </a:cubicBezTo>
                      <a:cubicBezTo>
                        <a:pt x="421100" y="48644"/>
                        <a:pt x="449866" y="263051"/>
                        <a:pt x="319564" y="482984"/>
                      </a:cubicBezTo>
                      <a:cubicBezTo>
                        <a:pt x="277273" y="554326"/>
                        <a:pt x="0" y="353253"/>
                        <a:pt x="0" y="353253"/>
                      </a:cubicBezTo>
                      <a:lnTo>
                        <a:pt x="65627" y="250288"/>
                      </a:lnTo>
                      <a:lnTo>
                        <a:pt x="215360" y="343252"/>
                      </a:lnTo>
                      <a:lnTo>
                        <a:pt x="283369" y="7331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8" name="Google Shape;928;p39"/>
                <p:cNvSpPr/>
                <p:nvPr/>
              </p:nvSpPr>
              <p:spPr>
                <a:xfrm>
                  <a:off x="2205135" y="2091170"/>
                  <a:ext cx="99441" cy="99441"/>
                </a:xfrm>
                <a:custGeom>
                  <a:rect b="b" l="l" r="r" t="t"/>
                  <a:pathLst>
                    <a:path extrusionOk="0" h="99441" w="99441">
                      <a:moveTo>
                        <a:pt x="49721" y="99441"/>
                      </a:moveTo>
                      <a:cubicBezTo>
                        <a:pt x="22289" y="99441"/>
                        <a:pt x="0" y="77153"/>
                        <a:pt x="0" y="49721"/>
                      </a:cubicBezTo>
                      <a:cubicBezTo>
                        <a:pt x="0" y="22288"/>
                        <a:pt x="22289" y="0"/>
                        <a:pt x="49721" y="0"/>
                      </a:cubicBezTo>
                      <a:cubicBezTo>
                        <a:pt x="77152" y="0"/>
                        <a:pt x="99441" y="22288"/>
                        <a:pt x="99441" y="49721"/>
                      </a:cubicBezTo>
                      <a:cubicBezTo>
                        <a:pt x="99441" y="77153"/>
                        <a:pt x="77152" y="99441"/>
                        <a:pt x="49721" y="99441"/>
                      </a:cubicBezTo>
                      <a:close/>
                      <a:moveTo>
                        <a:pt x="49721" y="4477"/>
                      </a:moveTo>
                      <a:cubicBezTo>
                        <a:pt x="24765" y="4477"/>
                        <a:pt x="4381" y="24765"/>
                        <a:pt x="4381" y="49816"/>
                      </a:cubicBezTo>
                      <a:cubicBezTo>
                        <a:pt x="4381" y="74867"/>
                        <a:pt x="24670" y="95155"/>
                        <a:pt x="49721" y="95155"/>
                      </a:cubicBezTo>
                      <a:cubicBezTo>
                        <a:pt x="74771" y="95155"/>
                        <a:pt x="95060" y="74867"/>
                        <a:pt x="95060" y="49816"/>
                      </a:cubicBezTo>
                      <a:cubicBezTo>
                        <a:pt x="95060" y="24765"/>
                        <a:pt x="74676" y="4477"/>
                        <a:pt x="49721" y="447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29" name="Google Shape;929;p39"/>
              <p:cNvSpPr/>
              <p:nvPr/>
            </p:nvSpPr>
            <p:spPr>
              <a:xfrm rot="-9414395">
                <a:off x="2144222" y="2053107"/>
                <a:ext cx="41373" cy="23141"/>
              </a:xfrm>
              <a:custGeom>
                <a:rect b="b" l="l" r="r" t="t"/>
                <a:pathLst>
                  <a:path extrusionOk="0" h="25" w="45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0" name="Google Shape;930;p39"/>
            <p:cNvGrpSpPr/>
            <p:nvPr/>
          </p:nvGrpSpPr>
          <p:grpSpPr>
            <a:xfrm>
              <a:off x="3240260" y="1052241"/>
              <a:ext cx="1031754" cy="966797"/>
              <a:chOff x="1932280" y="1331475"/>
              <a:chExt cx="637200" cy="597083"/>
            </a:xfrm>
          </p:grpSpPr>
          <p:sp>
            <p:nvSpPr>
              <p:cNvPr id="931" name="Google Shape;931;p39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" name="Google Shape;932;p39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3" name="Google Shape;933;p39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4" name="Google Shape;934;p39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5" name="Google Shape;935;p39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6" name="Google Shape;936;p39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rect b="b" l="l" r="r" t="t"/>
                <a:pathLst>
                  <a:path extrusionOk="0" h="71" w="729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39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39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39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39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39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rect b="b" l="l" r="r" t="t"/>
                <a:pathLst>
                  <a:path extrusionOk="0" h="301" w="302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2" name="Google Shape;942;p39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rect b="b" l="l" r="r" t="t"/>
                <a:pathLst>
                  <a:path extrusionOk="0" h="141" w="149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3" name="Google Shape;943;p39"/>
            <p:cNvGrpSpPr/>
            <p:nvPr/>
          </p:nvGrpSpPr>
          <p:grpSpPr>
            <a:xfrm>
              <a:off x="2506210" y="2214151"/>
              <a:ext cx="1122628" cy="1495382"/>
              <a:chOff x="8029471" y="1308462"/>
              <a:chExt cx="617100" cy="822000"/>
            </a:xfrm>
          </p:grpSpPr>
          <p:sp>
            <p:nvSpPr>
              <p:cNvPr id="944" name="Google Shape;944;p39"/>
              <p:cNvSpPr/>
              <p:nvPr/>
            </p:nvSpPr>
            <p:spPr>
              <a:xfrm>
                <a:off x="8029471" y="1308462"/>
                <a:ext cx="617100" cy="822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5" name="Google Shape;945;p39"/>
              <p:cNvSpPr/>
              <p:nvPr/>
            </p:nvSpPr>
            <p:spPr>
              <a:xfrm>
                <a:off x="8079218" y="1651909"/>
                <a:ext cx="5349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6" name="Google Shape;946;p39"/>
              <p:cNvSpPr/>
              <p:nvPr/>
            </p:nvSpPr>
            <p:spPr>
              <a:xfrm>
                <a:off x="8079218" y="1695916"/>
                <a:ext cx="5349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7" name="Google Shape;947;p39"/>
              <p:cNvSpPr/>
              <p:nvPr/>
            </p:nvSpPr>
            <p:spPr>
              <a:xfrm>
                <a:off x="8079218" y="1738966"/>
                <a:ext cx="5349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8" name="Google Shape;948;p39"/>
              <p:cNvSpPr/>
              <p:nvPr/>
            </p:nvSpPr>
            <p:spPr>
              <a:xfrm>
                <a:off x="8079218" y="1782973"/>
                <a:ext cx="3090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9" name="Google Shape;949;p39"/>
              <p:cNvSpPr/>
              <p:nvPr/>
            </p:nvSpPr>
            <p:spPr>
              <a:xfrm>
                <a:off x="8079218" y="1826981"/>
                <a:ext cx="3090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0" name="Google Shape;950;p39"/>
              <p:cNvSpPr/>
              <p:nvPr/>
            </p:nvSpPr>
            <p:spPr>
              <a:xfrm>
                <a:off x="8077305" y="1389780"/>
                <a:ext cx="204600" cy="204600"/>
              </a:xfrm>
              <a:prstGeom prst="ellipse">
                <a:avLst/>
              </a:prstGeom>
              <a:solidFill>
                <a:srgbClr val="FF494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1" name="Google Shape;951;p39"/>
              <p:cNvSpPr/>
              <p:nvPr/>
            </p:nvSpPr>
            <p:spPr>
              <a:xfrm>
                <a:off x="8066781" y="1380213"/>
                <a:ext cx="224819" cy="223862"/>
              </a:xfrm>
              <a:custGeom>
                <a:rect b="b" l="l" r="r" t="t"/>
                <a:pathLst>
                  <a:path extrusionOk="0" h="257" w="257">
                    <a:moveTo>
                      <a:pt x="129" y="257"/>
                    </a:moveTo>
                    <a:cubicBezTo>
                      <a:pt x="58" y="257"/>
                      <a:pt x="0" y="199"/>
                      <a:pt x="0" y="128"/>
                    </a:cubicBezTo>
                    <a:cubicBezTo>
                      <a:pt x="0" y="58"/>
                      <a:pt x="58" y="0"/>
                      <a:pt x="129" y="0"/>
                    </a:cubicBezTo>
                    <a:cubicBezTo>
                      <a:pt x="200" y="0"/>
                      <a:pt x="257" y="58"/>
                      <a:pt x="257" y="128"/>
                    </a:cubicBezTo>
                    <a:cubicBezTo>
                      <a:pt x="257" y="135"/>
                      <a:pt x="252" y="140"/>
                      <a:pt x="246" y="140"/>
                    </a:cubicBezTo>
                    <a:cubicBezTo>
                      <a:pt x="240" y="140"/>
                      <a:pt x="234" y="135"/>
                      <a:pt x="234" y="128"/>
                    </a:cubicBezTo>
                    <a:cubicBezTo>
                      <a:pt x="234" y="70"/>
                      <a:pt x="187" y="23"/>
                      <a:pt x="129" y="23"/>
                    </a:cubicBezTo>
                    <a:cubicBezTo>
                      <a:pt x="71" y="23"/>
                      <a:pt x="23" y="70"/>
                      <a:pt x="23" y="128"/>
                    </a:cubicBezTo>
                    <a:cubicBezTo>
                      <a:pt x="23" y="187"/>
                      <a:pt x="71" y="234"/>
                      <a:pt x="129" y="234"/>
                    </a:cubicBezTo>
                    <a:cubicBezTo>
                      <a:pt x="135" y="234"/>
                      <a:pt x="140" y="239"/>
                      <a:pt x="140" y="245"/>
                    </a:cubicBezTo>
                    <a:cubicBezTo>
                      <a:pt x="140" y="252"/>
                      <a:pt x="135" y="257"/>
                      <a:pt x="129" y="25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2" name="Google Shape;952;p39"/>
              <p:cNvSpPr/>
              <p:nvPr/>
            </p:nvSpPr>
            <p:spPr>
              <a:xfrm>
                <a:off x="8114615" y="1428047"/>
                <a:ext cx="130200" cy="12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3" name="Google Shape;953;p39"/>
              <p:cNvSpPr/>
              <p:nvPr/>
            </p:nvSpPr>
            <p:spPr>
              <a:xfrm>
                <a:off x="8317430" y="1380213"/>
                <a:ext cx="2964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4" name="Google Shape;954;p39"/>
              <p:cNvSpPr/>
              <p:nvPr/>
            </p:nvSpPr>
            <p:spPr>
              <a:xfrm>
                <a:off x="8317430" y="1424220"/>
                <a:ext cx="2964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39"/>
              <p:cNvSpPr/>
              <p:nvPr/>
            </p:nvSpPr>
            <p:spPr>
              <a:xfrm>
                <a:off x="8317430" y="1468227"/>
                <a:ext cx="2964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6" name="Google Shape;956;p39"/>
              <p:cNvSpPr/>
              <p:nvPr/>
            </p:nvSpPr>
            <p:spPr>
              <a:xfrm>
                <a:off x="8317430" y="1512234"/>
                <a:ext cx="2133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7" name="Google Shape;957;p39"/>
              <p:cNvSpPr/>
              <p:nvPr/>
            </p:nvSpPr>
            <p:spPr>
              <a:xfrm>
                <a:off x="8317430" y="1557198"/>
                <a:ext cx="2133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8" name="Google Shape;958;p39"/>
              <p:cNvSpPr/>
              <p:nvPr/>
            </p:nvSpPr>
            <p:spPr>
              <a:xfrm>
                <a:off x="8190192" y="1887251"/>
                <a:ext cx="1158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9" name="Google Shape;959;p39"/>
              <p:cNvSpPr/>
              <p:nvPr/>
            </p:nvSpPr>
            <p:spPr>
              <a:xfrm>
                <a:off x="8190192" y="1911168"/>
                <a:ext cx="1158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0" name="Google Shape;960;p39"/>
              <p:cNvSpPr/>
              <p:nvPr/>
            </p:nvSpPr>
            <p:spPr>
              <a:xfrm>
                <a:off x="8190192" y="1935085"/>
                <a:ext cx="831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1" name="Google Shape;961;p39"/>
              <p:cNvSpPr/>
              <p:nvPr/>
            </p:nvSpPr>
            <p:spPr>
              <a:xfrm>
                <a:off x="8079218" y="1887251"/>
                <a:ext cx="79500" cy="7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2" name="Google Shape;962;p39"/>
              <p:cNvSpPr/>
              <p:nvPr/>
            </p:nvSpPr>
            <p:spPr>
              <a:xfrm>
                <a:off x="8499198" y="1887251"/>
                <a:ext cx="1149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3" name="Google Shape;963;p39"/>
              <p:cNvSpPr/>
              <p:nvPr/>
            </p:nvSpPr>
            <p:spPr>
              <a:xfrm>
                <a:off x="8499198" y="1911168"/>
                <a:ext cx="1149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4" name="Google Shape;964;p39"/>
              <p:cNvSpPr/>
              <p:nvPr/>
            </p:nvSpPr>
            <p:spPr>
              <a:xfrm>
                <a:off x="8499198" y="1935085"/>
                <a:ext cx="831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5" name="Google Shape;965;p39"/>
              <p:cNvSpPr/>
              <p:nvPr/>
            </p:nvSpPr>
            <p:spPr>
              <a:xfrm>
                <a:off x="8388224" y="1887251"/>
                <a:ext cx="79500" cy="79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6" name="Google Shape;966;p39"/>
              <p:cNvSpPr/>
              <p:nvPr/>
            </p:nvSpPr>
            <p:spPr>
              <a:xfrm>
                <a:off x="8190192" y="1999182"/>
                <a:ext cx="1158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7" name="Google Shape;967;p39"/>
              <p:cNvSpPr/>
              <p:nvPr/>
            </p:nvSpPr>
            <p:spPr>
              <a:xfrm>
                <a:off x="8190192" y="2023099"/>
                <a:ext cx="1158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8" name="Google Shape;968;p39"/>
              <p:cNvSpPr/>
              <p:nvPr/>
            </p:nvSpPr>
            <p:spPr>
              <a:xfrm>
                <a:off x="8190192" y="2047973"/>
                <a:ext cx="83100" cy="6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9" name="Google Shape;969;p39"/>
              <p:cNvSpPr/>
              <p:nvPr/>
            </p:nvSpPr>
            <p:spPr>
              <a:xfrm>
                <a:off x="8079218" y="1999182"/>
                <a:ext cx="79500" cy="79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0" name="Google Shape;970;p39"/>
              <p:cNvSpPr/>
              <p:nvPr/>
            </p:nvSpPr>
            <p:spPr>
              <a:xfrm>
                <a:off x="8499198" y="1999182"/>
                <a:ext cx="1149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1" name="Google Shape;971;p39"/>
              <p:cNvSpPr/>
              <p:nvPr/>
            </p:nvSpPr>
            <p:spPr>
              <a:xfrm>
                <a:off x="8499198" y="2023099"/>
                <a:ext cx="1149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2" name="Google Shape;972;p39"/>
              <p:cNvSpPr/>
              <p:nvPr/>
            </p:nvSpPr>
            <p:spPr>
              <a:xfrm>
                <a:off x="8499198" y="2047973"/>
                <a:ext cx="83100" cy="6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39"/>
              <p:cNvSpPr/>
              <p:nvPr/>
            </p:nvSpPr>
            <p:spPr>
              <a:xfrm>
                <a:off x="8388224" y="1999182"/>
                <a:ext cx="79500" cy="79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4" name="Google Shape;974;p39"/>
            <p:cNvGrpSpPr/>
            <p:nvPr/>
          </p:nvGrpSpPr>
          <p:grpSpPr>
            <a:xfrm>
              <a:off x="2506191" y="917308"/>
              <a:ext cx="540534" cy="882936"/>
              <a:chOff x="6346165" y="636875"/>
              <a:chExt cx="308049" cy="503212"/>
            </a:xfrm>
          </p:grpSpPr>
          <p:sp>
            <p:nvSpPr>
              <p:cNvPr id="975" name="Google Shape;975;p39"/>
              <p:cNvSpPr/>
              <p:nvPr/>
            </p:nvSpPr>
            <p:spPr>
              <a:xfrm>
                <a:off x="6347122" y="707669"/>
                <a:ext cx="273610" cy="426678"/>
              </a:xfrm>
              <a:custGeom>
                <a:rect b="b" l="l" r="r" t="t"/>
                <a:pathLst>
                  <a:path extrusionOk="0" h="487" w="313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6" name="Google Shape;976;p39"/>
              <p:cNvSpPr/>
              <p:nvPr/>
            </p:nvSpPr>
            <p:spPr>
              <a:xfrm>
                <a:off x="6347122" y="1010936"/>
                <a:ext cx="100451" cy="123412"/>
              </a:xfrm>
              <a:custGeom>
                <a:rect b="b" l="l" r="r" t="t"/>
                <a:pathLst>
                  <a:path extrusionOk="0" h="141" w="115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7" name="Google Shape;977;p39"/>
              <p:cNvSpPr/>
              <p:nvPr/>
            </p:nvSpPr>
            <p:spPr>
              <a:xfrm>
                <a:off x="6346165" y="1122867"/>
                <a:ext cx="15307" cy="17220"/>
              </a:xfrm>
              <a:custGeom>
                <a:rect b="b" l="l" r="r" t="t"/>
                <a:pathLst>
                  <a:path extrusionOk="0" h="20" w="18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" name="Google Shape;978;p39"/>
              <p:cNvSpPr/>
              <p:nvPr/>
            </p:nvSpPr>
            <p:spPr>
              <a:xfrm>
                <a:off x="6602554" y="636875"/>
                <a:ext cx="51660" cy="56444"/>
              </a:xfrm>
              <a:custGeom>
                <a:rect b="b" l="l" r="r" t="t"/>
                <a:pathLst>
                  <a:path extrusionOk="0" h="64" w="59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" name="Google Shape;979;p39"/>
              <p:cNvSpPr/>
              <p:nvPr/>
            </p:nvSpPr>
            <p:spPr>
              <a:xfrm>
                <a:off x="6569071" y="710539"/>
                <a:ext cx="81318" cy="192292"/>
              </a:xfrm>
              <a:custGeom>
                <a:rect b="b" l="l" r="r" t="t"/>
                <a:pathLst>
                  <a:path extrusionOk="0" h="220" w="93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" name="Google Shape;980;p39"/>
              <p:cNvSpPr/>
              <p:nvPr/>
            </p:nvSpPr>
            <p:spPr>
              <a:xfrm>
                <a:off x="6566201" y="677055"/>
                <a:ext cx="74621" cy="62184"/>
              </a:xfrm>
              <a:custGeom>
                <a:rect b="b" l="l" r="r" t="t"/>
                <a:pathLst>
                  <a:path extrusionOk="0" h="71" w="85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1" name="Google Shape;981;p39"/>
            <p:cNvGrpSpPr/>
            <p:nvPr/>
          </p:nvGrpSpPr>
          <p:grpSpPr>
            <a:xfrm>
              <a:off x="2232569" y="835727"/>
              <a:ext cx="415198" cy="415198"/>
              <a:chOff x="1404969" y="1106377"/>
              <a:chExt cx="415198" cy="415198"/>
            </a:xfrm>
          </p:grpSpPr>
          <p:sp>
            <p:nvSpPr>
              <p:cNvPr id="982" name="Google Shape;982;p39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rect b="b" l="l" r="r" t="t"/>
                <a:pathLst>
                  <a:path extrusionOk="0" h="474" w="474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" name="Google Shape;983;p39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rect b="b" l="l" r="r" t="t"/>
                <a:pathLst>
                  <a:path extrusionOk="0" h="343" w="348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84" name="Google Shape;984;p39"/>
            <p:cNvSpPr/>
            <p:nvPr/>
          </p:nvSpPr>
          <p:spPr>
            <a:xfrm>
              <a:off x="1551075" y="809699"/>
              <a:ext cx="333550" cy="550175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39"/>
            <p:cNvSpPr/>
            <p:nvPr/>
          </p:nvSpPr>
          <p:spPr>
            <a:xfrm>
              <a:off x="1962697" y="1509313"/>
              <a:ext cx="157450" cy="259725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40"/>
          <p:cNvSpPr txBox="1"/>
          <p:nvPr>
            <p:ph type="title"/>
          </p:nvPr>
        </p:nvSpPr>
        <p:spPr>
          <a:xfrm>
            <a:off x="720000" y="445025"/>
            <a:ext cx="43602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GB"/>
              <a:t>Data Cleaning</a:t>
            </a:r>
            <a:endParaRPr/>
          </a:p>
        </p:txBody>
      </p:sp>
      <p:graphicFrame>
        <p:nvGraphicFramePr>
          <p:cNvPr id="991" name="Google Shape;991;p40"/>
          <p:cNvGraphicFramePr/>
          <p:nvPr/>
        </p:nvGraphicFramePr>
        <p:xfrm>
          <a:off x="9525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{6F78BCF2-B6D1-4A9D-990B-51E54A198C3F}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Table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Column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Status before cleaning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Cleaning Action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Sales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Delivery Date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There are some missing value, some purchase don’t have delivery date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Check the data, missing value show people who purchased from store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Order Date, Delivery Date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Format still string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Change data type into datetime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Customers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State Code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Missing value for state “Napoli”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Fill the state code with NA - Confirm the state code through source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Store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Square Meters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Missing value for StoreKey “0”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StoreKey with 0 is an online store, fill with 0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Products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Unit Price USD, Unit Cost USD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Format still string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Change data type into float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Exchange Rate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-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-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No Problem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41"/>
          <p:cNvSpPr txBox="1"/>
          <p:nvPr>
            <p:ph type="title"/>
          </p:nvPr>
        </p:nvSpPr>
        <p:spPr>
          <a:xfrm>
            <a:off x="720000" y="445025"/>
            <a:ext cx="4360200" cy="10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Manipulation</a:t>
            </a:r>
            <a:endParaRPr/>
          </a:p>
        </p:txBody>
      </p:sp>
      <p:sp>
        <p:nvSpPr>
          <p:cNvPr id="997" name="Google Shape;997;p41"/>
          <p:cNvSpPr/>
          <p:nvPr/>
        </p:nvSpPr>
        <p:spPr>
          <a:xfrm>
            <a:off x="1009000" y="1272175"/>
            <a:ext cx="1184400" cy="101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DM Sans"/>
                <a:ea typeface="DM Sans"/>
                <a:cs typeface="DM Sans"/>
                <a:sym typeface="DM Sans"/>
              </a:rPr>
              <a:t>Table Merge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98" name="Google Shape;998;p41"/>
          <p:cNvSpPr/>
          <p:nvPr/>
        </p:nvSpPr>
        <p:spPr>
          <a:xfrm>
            <a:off x="2623675" y="1272175"/>
            <a:ext cx="1184400" cy="101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DM Sans"/>
                <a:ea typeface="DM Sans"/>
                <a:cs typeface="DM Sans"/>
                <a:sym typeface="DM Sans"/>
              </a:rPr>
              <a:t>Revenue and Profit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99" name="Google Shape;999;p41"/>
          <p:cNvSpPr/>
          <p:nvPr/>
        </p:nvSpPr>
        <p:spPr>
          <a:xfrm>
            <a:off x="7202350" y="1272175"/>
            <a:ext cx="1184400" cy="101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DM Sans"/>
                <a:ea typeface="DM Sans"/>
                <a:cs typeface="DM Sans"/>
                <a:sym typeface="DM Sans"/>
              </a:rPr>
              <a:t>Date Column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00" name="Google Shape;1000;p41"/>
          <p:cNvSpPr/>
          <p:nvPr/>
        </p:nvSpPr>
        <p:spPr>
          <a:xfrm>
            <a:off x="5676125" y="1272175"/>
            <a:ext cx="1184400" cy="101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DM Sans"/>
                <a:ea typeface="DM Sans"/>
                <a:cs typeface="DM Sans"/>
                <a:sym typeface="DM Sans"/>
              </a:rPr>
              <a:t>Delivery Days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01" name="Google Shape;1001;p41"/>
          <p:cNvSpPr/>
          <p:nvPr/>
        </p:nvSpPr>
        <p:spPr>
          <a:xfrm>
            <a:off x="4149888" y="1272175"/>
            <a:ext cx="1184400" cy="101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DM Sans"/>
                <a:ea typeface="DM Sans"/>
                <a:cs typeface="DM Sans"/>
                <a:sym typeface="DM Sans"/>
              </a:rPr>
              <a:t>Order Channel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02" name="Google Shape;1002;p41"/>
          <p:cNvSpPr/>
          <p:nvPr/>
        </p:nvSpPr>
        <p:spPr>
          <a:xfrm>
            <a:off x="476475" y="2919950"/>
            <a:ext cx="8197800" cy="1881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03" name="Google Shape;1003;p41"/>
          <p:cNvSpPr txBox="1"/>
          <p:nvPr/>
        </p:nvSpPr>
        <p:spPr>
          <a:xfrm>
            <a:off x="720000" y="3042100"/>
            <a:ext cx="3155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For RFM + CLV Segmentation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04" name="Google Shape;1004;p41"/>
          <p:cNvSpPr/>
          <p:nvPr/>
        </p:nvSpPr>
        <p:spPr>
          <a:xfrm>
            <a:off x="5925738" y="3457600"/>
            <a:ext cx="1184400" cy="101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DM Sans"/>
                <a:ea typeface="DM Sans"/>
                <a:cs typeface="DM Sans"/>
                <a:sym typeface="DM Sans"/>
              </a:rPr>
              <a:t>RFM Segment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05" name="Google Shape;1005;p41"/>
          <p:cNvSpPr/>
          <p:nvPr/>
        </p:nvSpPr>
        <p:spPr>
          <a:xfrm>
            <a:off x="4633975" y="3457600"/>
            <a:ext cx="1184400" cy="101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DM Sans"/>
                <a:ea typeface="DM Sans"/>
                <a:cs typeface="DM Sans"/>
                <a:sym typeface="DM Sans"/>
              </a:rPr>
              <a:t>RFM Scoring (1-5)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06" name="Google Shape;1006;p41"/>
          <p:cNvSpPr/>
          <p:nvPr/>
        </p:nvSpPr>
        <p:spPr>
          <a:xfrm>
            <a:off x="3357700" y="3457600"/>
            <a:ext cx="1184400" cy="101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DM Sans"/>
                <a:ea typeface="DM Sans"/>
                <a:cs typeface="DM Sans"/>
                <a:sym typeface="DM Sans"/>
              </a:rPr>
              <a:t>Monetary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07" name="Google Shape;1007;p41"/>
          <p:cNvSpPr/>
          <p:nvPr/>
        </p:nvSpPr>
        <p:spPr>
          <a:xfrm>
            <a:off x="7206351" y="3457600"/>
            <a:ext cx="1184400" cy="101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DM Sans"/>
                <a:ea typeface="DM Sans"/>
                <a:cs typeface="DM Sans"/>
                <a:sym typeface="DM Sans"/>
              </a:rPr>
              <a:t>CLV Tier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08" name="Google Shape;1008;p41"/>
          <p:cNvSpPr/>
          <p:nvPr/>
        </p:nvSpPr>
        <p:spPr>
          <a:xfrm>
            <a:off x="759988" y="3457600"/>
            <a:ext cx="1184400" cy="101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DM Sans"/>
                <a:ea typeface="DM Sans"/>
                <a:cs typeface="DM Sans"/>
                <a:sym typeface="DM Sans"/>
              </a:rPr>
              <a:t>Recency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09" name="Google Shape;1009;p41"/>
          <p:cNvSpPr/>
          <p:nvPr/>
        </p:nvSpPr>
        <p:spPr>
          <a:xfrm>
            <a:off x="2081438" y="3457600"/>
            <a:ext cx="1184400" cy="101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DM Sans"/>
                <a:ea typeface="DM Sans"/>
                <a:cs typeface="DM Sans"/>
                <a:sym typeface="DM Sans"/>
              </a:rPr>
              <a:t>Frequency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42"/>
          <p:cNvSpPr txBox="1"/>
          <p:nvPr>
            <p:ph type="title"/>
          </p:nvPr>
        </p:nvSpPr>
        <p:spPr>
          <a:xfrm>
            <a:off x="720000" y="445025"/>
            <a:ext cx="4360200" cy="10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RFM Segmentation and CLV Tier mapping</a:t>
            </a:r>
            <a:endParaRPr/>
          </a:p>
        </p:txBody>
      </p:sp>
      <p:pic>
        <p:nvPicPr>
          <p:cNvPr id="1015" name="Google Shape;101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675" y="1976950"/>
            <a:ext cx="4882850" cy="197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42"/>
          <p:cNvSpPr txBox="1"/>
          <p:nvPr/>
        </p:nvSpPr>
        <p:spPr>
          <a:xfrm>
            <a:off x="720000" y="1642450"/>
            <a:ext cx="41085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RFM Segmentation Mapping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17" name="Google Shape;1017;p42"/>
          <p:cNvSpPr txBox="1"/>
          <p:nvPr/>
        </p:nvSpPr>
        <p:spPr>
          <a:xfrm>
            <a:off x="6123750" y="1673300"/>
            <a:ext cx="25719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CLV Tier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18" name="Google Shape;1018;p42"/>
          <p:cNvSpPr/>
          <p:nvPr/>
        </p:nvSpPr>
        <p:spPr>
          <a:xfrm>
            <a:off x="6123500" y="2169700"/>
            <a:ext cx="1670400" cy="4020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DM Sans"/>
                <a:ea typeface="DM Sans"/>
                <a:cs typeface="DM Sans"/>
                <a:sym typeface="DM Sans"/>
              </a:rPr>
              <a:t>Top Value (3)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19" name="Google Shape;1019;p42"/>
          <p:cNvSpPr/>
          <p:nvPr/>
        </p:nvSpPr>
        <p:spPr>
          <a:xfrm>
            <a:off x="6123600" y="2607850"/>
            <a:ext cx="1670400" cy="40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DM Sans"/>
                <a:ea typeface="DM Sans"/>
                <a:cs typeface="DM Sans"/>
                <a:sym typeface="DM Sans"/>
              </a:rPr>
              <a:t>Medium Value (2)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20" name="Google Shape;1020;p42"/>
          <p:cNvSpPr/>
          <p:nvPr/>
        </p:nvSpPr>
        <p:spPr>
          <a:xfrm>
            <a:off x="6123600" y="3046000"/>
            <a:ext cx="1670400" cy="402000"/>
          </a:xfrm>
          <a:prstGeom prst="roundRect">
            <a:avLst>
              <a:gd fmla="val 16667" name="adj"/>
            </a:avLst>
          </a:prstGeom>
          <a:solidFill>
            <a:srgbClr val="8520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DM Sans"/>
                <a:ea typeface="DM Sans"/>
                <a:cs typeface="DM Sans"/>
                <a:sym typeface="DM Sans"/>
              </a:rPr>
              <a:t>Low Value (1)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43"/>
          <p:cNvSpPr txBox="1"/>
          <p:nvPr>
            <p:ph type="title"/>
          </p:nvPr>
        </p:nvSpPr>
        <p:spPr>
          <a:xfrm>
            <a:off x="3871075" y="2969400"/>
            <a:ext cx="45597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Dashboard and Analysis</a:t>
            </a:r>
            <a:endParaRPr/>
          </a:p>
        </p:txBody>
      </p:sp>
      <p:sp>
        <p:nvSpPr>
          <p:cNvPr id="1026" name="Google Shape;1026;p43"/>
          <p:cNvSpPr txBox="1"/>
          <p:nvPr>
            <p:ph idx="2" type="title"/>
          </p:nvPr>
        </p:nvSpPr>
        <p:spPr>
          <a:xfrm>
            <a:off x="3871075" y="1997100"/>
            <a:ext cx="9969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GB"/>
              <a:t>0</a:t>
            </a:r>
            <a:r>
              <a:rPr lang="en-GB"/>
              <a:t>3</a:t>
            </a:r>
            <a:endParaRPr/>
          </a:p>
        </p:txBody>
      </p:sp>
      <p:sp>
        <p:nvSpPr>
          <p:cNvPr id="1027" name="Google Shape;1027;p43"/>
          <p:cNvSpPr txBox="1"/>
          <p:nvPr>
            <p:ph idx="1" type="subTitle"/>
          </p:nvPr>
        </p:nvSpPr>
        <p:spPr>
          <a:xfrm>
            <a:off x="3871075" y="4229000"/>
            <a:ext cx="45597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Apply problem-solving strategies in various contexts</a:t>
            </a:r>
            <a:endParaRPr/>
          </a:p>
        </p:txBody>
      </p:sp>
      <p:grpSp>
        <p:nvGrpSpPr>
          <p:cNvPr id="1028" name="Google Shape;1028;p43"/>
          <p:cNvGrpSpPr/>
          <p:nvPr/>
        </p:nvGrpSpPr>
        <p:grpSpPr>
          <a:xfrm>
            <a:off x="713221" y="502143"/>
            <a:ext cx="2987198" cy="3456293"/>
            <a:chOff x="713221" y="502143"/>
            <a:chExt cx="2987198" cy="3456293"/>
          </a:xfrm>
        </p:grpSpPr>
        <p:grpSp>
          <p:nvGrpSpPr>
            <p:cNvPr id="1029" name="Google Shape;1029;p43"/>
            <p:cNvGrpSpPr/>
            <p:nvPr/>
          </p:nvGrpSpPr>
          <p:grpSpPr>
            <a:xfrm>
              <a:off x="1974338" y="1193591"/>
              <a:ext cx="1726080" cy="1115462"/>
              <a:chOff x="4838012" y="1361547"/>
              <a:chExt cx="951900" cy="615156"/>
            </a:xfrm>
          </p:grpSpPr>
          <p:sp>
            <p:nvSpPr>
              <p:cNvPr id="1030" name="Google Shape;1030;p43"/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" name="Google Shape;1031;p43"/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rect b="b" l="l" r="r" t="t"/>
                <a:pathLst>
                  <a:path extrusionOk="0" h="67" w="1089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" name="Google Shape;1032;p43"/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" name="Google Shape;1033;p43"/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" name="Google Shape;1034;p43"/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" name="Google Shape;1035;p43"/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" name="Google Shape;1036;p43"/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rect b="b" l="l" r="r" t="t"/>
                <a:pathLst>
                  <a:path extrusionOk="0" h="343" w="342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" name="Google Shape;1037;p43"/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rect b="b" l="l" r="r" t="t"/>
                <a:pathLst>
                  <a:path extrusionOk="0" h="338" w="342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" name="Google Shape;1038;p43"/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rect b="b" l="l" r="r" t="t"/>
                <a:pathLst>
                  <a:path extrusionOk="0" h="163" w="171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" name="Google Shape;1039;p43"/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" name="Google Shape;1040;p43"/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" name="Google Shape;1041;p43"/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" name="Google Shape;1042;p43"/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" name="Google Shape;1043;p43"/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" name="Google Shape;1044;p43"/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" name="Google Shape;1045;p43"/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" name="Google Shape;1046;p43"/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" name="Google Shape;1047;p43"/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" name="Google Shape;1048;p43"/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9" name="Google Shape;1049;p43"/>
            <p:cNvGrpSpPr/>
            <p:nvPr/>
          </p:nvGrpSpPr>
          <p:grpSpPr>
            <a:xfrm>
              <a:off x="1442947" y="949680"/>
              <a:ext cx="437992" cy="437992"/>
              <a:chOff x="1309269" y="3291652"/>
              <a:chExt cx="415198" cy="415198"/>
            </a:xfrm>
          </p:grpSpPr>
          <p:sp>
            <p:nvSpPr>
              <p:cNvPr id="1050" name="Google Shape;1050;p43"/>
              <p:cNvSpPr/>
              <p:nvPr/>
            </p:nvSpPr>
            <p:spPr>
              <a:xfrm>
                <a:off x="1309269" y="3291652"/>
                <a:ext cx="415198" cy="415198"/>
              </a:xfrm>
              <a:custGeom>
                <a:rect b="b" l="l" r="r" t="t"/>
                <a:pathLst>
                  <a:path extrusionOk="0" h="474" w="474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" name="Google Shape;1051;p43"/>
              <p:cNvSpPr/>
              <p:nvPr/>
            </p:nvSpPr>
            <p:spPr>
              <a:xfrm>
                <a:off x="1364756" y="3349053"/>
                <a:ext cx="304223" cy="299440"/>
              </a:xfrm>
              <a:custGeom>
                <a:rect b="b" l="l" r="r" t="t"/>
                <a:pathLst>
                  <a:path extrusionOk="0" h="343" w="348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52" name="Google Shape;1052;p43"/>
            <p:cNvSpPr/>
            <p:nvPr/>
          </p:nvSpPr>
          <p:spPr>
            <a:xfrm>
              <a:off x="3052028" y="502143"/>
              <a:ext cx="560784" cy="924988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43"/>
            <p:cNvSpPr/>
            <p:nvPr/>
          </p:nvSpPr>
          <p:spPr>
            <a:xfrm>
              <a:off x="3003630" y="2329937"/>
              <a:ext cx="269949" cy="266432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43"/>
            <p:cNvSpPr/>
            <p:nvPr/>
          </p:nvSpPr>
          <p:spPr>
            <a:xfrm>
              <a:off x="3003613" y="2807213"/>
              <a:ext cx="166095" cy="273984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55" name="Google Shape;1055;p43"/>
            <p:cNvGrpSpPr/>
            <p:nvPr/>
          </p:nvGrpSpPr>
          <p:grpSpPr>
            <a:xfrm>
              <a:off x="713221" y="1546974"/>
              <a:ext cx="1380703" cy="2411462"/>
              <a:chOff x="713221" y="1546974"/>
              <a:chExt cx="1380703" cy="2411462"/>
            </a:xfrm>
          </p:grpSpPr>
          <p:sp>
            <p:nvSpPr>
              <p:cNvPr id="1056" name="Google Shape;1056;p43"/>
              <p:cNvSpPr/>
              <p:nvPr/>
            </p:nvSpPr>
            <p:spPr>
              <a:xfrm flipH="1">
                <a:off x="1210219" y="1617779"/>
                <a:ext cx="451384" cy="297518"/>
              </a:xfrm>
              <a:custGeom>
                <a:rect b="b" l="l" r="r" t="t"/>
                <a:pathLst>
                  <a:path extrusionOk="0" h="334" w="506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" name="Google Shape;1057;p43"/>
              <p:cNvSpPr/>
              <p:nvPr/>
            </p:nvSpPr>
            <p:spPr>
              <a:xfrm flipH="1">
                <a:off x="892277" y="2443613"/>
                <a:ext cx="815622" cy="1284023"/>
              </a:xfrm>
              <a:custGeom>
                <a:rect b="b" l="l" r="r" t="t"/>
                <a:pathLst>
                  <a:path extrusionOk="0" h="1439" w="914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" name="Google Shape;1058;p43"/>
              <p:cNvSpPr/>
              <p:nvPr/>
            </p:nvSpPr>
            <p:spPr>
              <a:xfrm flipH="1">
                <a:off x="1228603" y="1913255"/>
                <a:ext cx="425511" cy="571206"/>
              </a:xfrm>
              <a:custGeom>
                <a:rect b="b" l="l" r="r" t="t"/>
                <a:pathLst>
                  <a:path extrusionOk="0" h="641" w="477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" name="Google Shape;1059;p43"/>
              <p:cNvSpPr/>
              <p:nvPr/>
            </p:nvSpPr>
            <p:spPr>
              <a:xfrm flipH="1">
                <a:off x="738412" y="3639812"/>
                <a:ext cx="309092" cy="272328"/>
              </a:xfrm>
              <a:custGeom>
                <a:rect b="b" l="l" r="r" t="t"/>
                <a:pathLst>
                  <a:path extrusionOk="0" h="305" w="347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" name="Google Shape;1060;p43"/>
              <p:cNvSpPr/>
              <p:nvPr/>
            </p:nvSpPr>
            <p:spPr>
              <a:xfrm flipH="1">
                <a:off x="713221" y="3728319"/>
                <a:ext cx="332921" cy="230117"/>
              </a:xfrm>
              <a:custGeom>
                <a:rect b="b" l="l" r="r" t="t"/>
                <a:pathLst>
                  <a:path extrusionOk="0" h="258" w="373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" name="Google Shape;1061;p43"/>
              <p:cNvSpPr/>
              <p:nvPr/>
            </p:nvSpPr>
            <p:spPr>
              <a:xfrm flipH="1">
                <a:off x="1374978" y="3639812"/>
                <a:ext cx="312496" cy="272328"/>
              </a:xfrm>
              <a:custGeom>
                <a:rect b="b" l="l" r="r" t="t"/>
                <a:pathLst>
                  <a:path extrusionOk="0" h="305" w="35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" name="Google Shape;1062;p43"/>
              <p:cNvSpPr/>
              <p:nvPr/>
            </p:nvSpPr>
            <p:spPr>
              <a:xfrm flipH="1">
                <a:off x="1377020" y="3728319"/>
                <a:ext cx="332240" cy="230117"/>
              </a:xfrm>
              <a:custGeom>
                <a:rect b="b" l="l" r="r" t="t"/>
                <a:pathLst>
                  <a:path extrusionOk="0" h="258" w="373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" name="Google Shape;1063;p43"/>
              <p:cNvSpPr/>
              <p:nvPr/>
            </p:nvSpPr>
            <p:spPr>
              <a:xfrm flipH="1">
                <a:off x="835769" y="1991549"/>
                <a:ext cx="548060" cy="518785"/>
              </a:xfrm>
              <a:custGeom>
                <a:rect b="b" l="l" r="r" t="t"/>
                <a:pathLst>
                  <a:path extrusionOk="0" h="582" w="615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" name="Google Shape;1064;p43"/>
              <p:cNvSpPr/>
              <p:nvPr/>
            </p:nvSpPr>
            <p:spPr>
              <a:xfrm flipH="1">
                <a:off x="1041376" y="2250941"/>
                <a:ext cx="184502" cy="54466"/>
              </a:xfrm>
              <a:custGeom>
                <a:rect b="b" l="l" r="r" t="t"/>
                <a:pathLst>
                  <a:path extrusionOk="0" h="80" w="271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02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" name="Google Shape;1065;p43"/>
              <p:cNvSpPr/>
              <p:nvPr/>
            </p:nvSpPr>
            <p:spPr>
              <a:xfrm flipH="1">
                <a:off x="1585351" y="1969082"/>
                <a:ext cx="395556" cy="444575"/>
              </a:xfrm>
              <a:custGeom>
                <a:rect b="b" l="l" r="r" t="t"/>
                <a:pathLst>
                  <a:path extrusionOk="0" h="498" w="443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" name="Google Shape;1066;p43"/>
              <p:cNvSpPr/>
              <p:nvPr/>
            </p:nvSpPr>
            <p:spPr>
              <a:xfrm flipH="1">
                <a:off x="1950270" y="1940487"/>
                <a:ext cx="111654" cy="141610"/>
              </a:xfrm>
              <a:custGeom>
                <a:rect b="b" l="l" r="r" t="t"/>
                <a:pathLst>
                  <a:path extrusionOk="0" h="159" w="125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" name="Google Shape;1067;p43"/>
              <p:cNvSpPr/>
              <p:nvPr/>
            </p:nvSpPr>
            <p:spPr>
              <a:xfrm flipH="1">
                <a:off x="1997246" y="2075290"/>
                <a:ext cx="33360" cy="2723"/>
              </a:xfrm>
              <a:custGeom>
                <a:rect b="b" l="l" r="r" t="t"/>
                <a:pathLst>
                  <a:path extrusionOk="0" h="3" w="37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" name="Google Shape;1068;p43"/>
              <p:cNvSpPr/>
              <p:nvPr/>
            </p:nvSpPr>
            <p:spPr>
              <a:xfrm flipH="1">
                <a:off x="1957759" y="2005846"/>
                <a:ext cx="99400" cy="72167"/>
              </a:xfrm>
              <a:custGeom>
                <a:rect b="b" l="l" r="r" t="t"/>
                <a:pathLst>
                  <a:path extrusionOk="0" h="81" w="112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" name="Google Shape;1069;p43"/>
              <p:cNvSpPr/>
              <p:nvPr/>
            </p:nvSpPr>
            <p:spPr>
              <a:xfrm flipH="1">
                <a:off x="2004736" y="1871725"/>
                <a:ext cx="5447" cy="49019"/>
              </a:xfrm>
              <a:custGeom>
                <a:rect b="b" l="l" r="r" t="t"/>
                <a:pathLst>
                  <a:path extrusionOk="0" h="72" w="8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70" name="Google Shape;1070;p43"/>
              <p:cNvCxnSpPr/>
              <p:nvPr/>
            </p:nvCxnSpPr>
            <p:spPr>
              <a:xfrm>
                <a:off x="2004736" y="1871725"/>
                <a:ext cx="5400" cy="489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1071" name="Google Shape;1071;p43"/>
              <p:cNvSpPr/>
              <p:nvPr/>
            </p:nvSpPr>
            <p:spPr>
              <a:xfrm flipH="1">
                <a:off x="1995204" y="1871044"/>
                <a:ext cx="24509" cy="51742"/>
              </a:xfrm>
              <a:custGeom>
                <a:rect b="b" l="l" r="r" t="t"/>
                <a:pathLst>
                  <a:path extrusionOk="0" h="76" w="36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" name="Google Shape;1072;p43"/>
              <p:cNvSpPr/>
              <p:nvPr/>
            </p:nvSpPr>
            <p:spPr>
              <a:xfrm flipH="1">
                <a:off x="1987034" y="1905085"/>
                <a:ext cx="61274" cy="160673"/>
              </a:xfrm>
              <a:custGeom>
                <a:rect b="b" l="l" r="r" t="t"/>
                <a:pathLst>
                  <a:path extrusionOk="0" h="180" w="69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" name="Google Shape;1073;p43"/>
              <p:cNvSpPr/>
              <p:nvPr/>
            </p:nvSpPr>
            <p:spPr>
              <a:xfrm flipH="1">
                <a:off x="1913506" y="1664075"/>
                <a:ext cx="161354" cy="202203"/>
              </a:xfrm>
              <a:custGeom>
                <a:rect b="b" l="l" r="r" t="t"/>
                <a:pathLst>
                  <a:path extrusionOk="0" h="227" w="181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" name="Google Shape;1074;p43"/>
              <p:cNvSpPr/>
              <p:nvPr/>
            </p:nvSpPr>
            <p:spPr>
              <a:xfrm flipH="1">
                <a:off x="1896486" y="1640246"/>
                <a:ext cx="197438" cy="255987"/>
              </a:xfrm>
              <a:custGeom>
                <a:rect b="b" l="l" r="r" t="t"/>
                <a:pathLst>
                  <a:path extrusionOk="0" h="287" w="221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" name="Google Shape;1075;p43"/>
              <p:cNvSpPr/>
              <p:nvPr/>
            </p:nvSpPr>
            <p:spPr>
              <a:xfrm flipH="1">
                <a:off x="1989758" y="1937083"/>
                <a:ext cx="101442" cy="123228"/>
              </a:xfrm>
              <a:custGeom>
                <a:rect b="b" l="l" r="r" t="t"/>
                <a:pathLst>
                  <a:path extrusionOk="0" h="138" w="114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" name="Google Shape;1076;p43"/>
              <p:cNvSpPr/>
              <p:nvPr/>
            </p:nvSpPr>
            <p:spPr>
              <a:xfrm flipH="1">
                <a:off x="1938015" y="1908489"/>
                <a:ext cx="118462" cy="117101"/>
              </a:xfrm>
              <a:custGeom>
                <a:rect b="b" l="l" r="r" t="t"/>
                <a:pathLst>
                  <a:path extrusionOk="0" h="131" w="133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" name="Google Shape;1077;p43"/>
              <p:cNvSpPr/>
              <p:nvPr/>
            </p:nvSpPr>
            <p:spPr>
              <a:xfrm flipH="1">
                <a:off x="1980907" y="2003804"/>
                <a:ext cx="15659" cy="13616"/>
              </a:xfrm>
              <a:custGeom>
                <a:rect b="b" l="l" r="r" t="t"/>
                <a:pathLst>
                  <a:path extrusionOk="0" h="15" w="18">
                    <a:moveTo>
                      <a:pt x="1" y="0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1" y="3"/>
                      <a:pt x="2" y="4"/>
                      <a:pt x="3" y="6"/>
                    </a:cubicBezTo>
                    <a:cubicBezTo>
                      <a:pt x="7" y="10"/>
                      <a:pt x="12" y="13"/>
                      <a:pt x="18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14" y="13"/>
                      <a:pt x="12" y="11"/>
                      <a:pt x="9" y="9"/>
                    </a:cubicBezTo>
                    <a:cubicBezTo>
                      <a:pt x="7" y="8"/>
                      <a:pt x="6" y="6"/>
                      <a:pt x="4" y="4"/>
                    </a:cubicBezTo>
                    <a:cubicBezTo>
                      <a:pt x="4" y="4"/>
                      <a:pt x="4" y="4"/>
                      <a:pt x="3" y="3"/>
                    </a:cubicBezTo>
                    <a:cubicBezTo>
                      <a:pt x="3" y="2"/>
                      <a:pt x="2" y="1"/>
                      <a:pt x="1" y="0"/>
                    </a:cubicBezTo>
                  </a:path>
                </a:pathLst>
              </a:custGeom>
              <a:solidFill>
                <a:srgbClr val="FF643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" name="Google Shape;1078;p43"/>
              <p:cNvSpPr/>
              <p:nvPr/>
            </p:nvSpPr>
            <p:spPr>
              <a:xfrm flipH="1">
                <a:off x="1995885" y="1954785"/>
                <a:ext cx="60593" cy="51061"/>
              </a:xfrm>
              <a:custGeom>
                <a:rect b="b" l="l" r="r" t="t"/>
                <a:pathLst>
                  <a:path extrusionOk="0" h="57" w="68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9" name="Google Shape;1079;p43"/>
              <p:cNvSpPr/>
              <p:nvPr/>
            </p:nvSpPr>
            <p:spPr>
              <a:xfrm flipH="1">
                <a:off x="1980907" y="1954785"/>
                <a:ext cx="75571" cy="62635"/>
              </a:xfrm>
              <a:custGeom>
                <a:rect b="b" l="l" r="r" t="t"/>
                <a:pathLst>
                  <a:path extrusionOk="0" h="70" w="85">
                    <a:moveTo>
                      <a:pt x="76" y="64"/>
                    </a:moveTo>
                    <a:cubicBezTo>
                      <a:pt x="79" y="66"/>
                      <a:pt x="81" y="68"/>
                      <a:pt x="85" y="70"/>
                    </a:cubicBezTo>
                    <a:cubicBezTo>
                      <a:pt x="82" y="68"/>
                      <a:pt x="79" y="66"/>
                      <a:pt x="76" y="64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14"/>
                      <a:pt x="15" y="22"/>
                      <a:pt x="29" y="22"/>
                    </a:cubicBezTo>
                    <a:cubicBezTo>
                      <a:pt x="40" y="22"/>
                      <a:pt x="51" y="17"/>
                      <a:pt x="61" y="9"/>
                    </a:cubicBezTo>
                    <a:cubicBezTo>
                      <a:pt x="61" y="9"/>
                      <a:pt x="53" y="34"/>
                      <a:pt x="68" y="55"/>
                    </a:cubicBezTo>
                    <a:cubicBezTo>
                      <a:pt x="69" y="56"/>
                      <a:pt x="70" y="57"/>
                      <a:pt x="70" y="58"/>
                    </a:cubicBezTo>
                    <a:cubicBezTo>
                      <a:pt x="56" y="40"/>
                      <a:pt x="61" y="17"/>
                      <a:pt x="63" y="11"/>
                    </a:cubicBezTo>
                    <a:cubicBezTo>
                      <a:pt x="64" y="6"/>
                      <a:pt x="64" y="6"/>
                      <a:pt x="64" y="6"/>
                    </a:cubicBezTo>
                    <a:cubicBezTo>
                      <a:pt x="59" y="9"/>
                      <a:pt x="59" y="9"/>
                      <a:pt x="59" y="9"/>
                    </a:cubicBezTo>
                    <a:cubicBezTo>
                      <a:pt x="54" y="11"/>
                      <a:pt x="49" y="14"/>
                      <a:pt x="43" y="16"/>
                    </a:cubicBezTo>
                    <a:cubicBezTo>
                      <a:pt x="37" y="18"/>
                      <a:pt x="32" y="19"/>
                      <a:pt x="26" y="19"/>
                    </a:cubicBezTo>
                    <a:cubicBezTo>
                      <a:pt x="26" y="19"/>
                      <a:pt x="25" y="19"/>
                      <a:pt x="25" y="19"/>
                    </a:cubicBezTo>
                    <a:cubicBezTo>
                      <a:pt x="20" y="19"/>
                      <a:pt x="14" y="18"/>
                      <a:pt x="9" y="14"/>
                    </a:cubicBezTo>
                    <a:cubicBezTo>
                      <a:pt x="5" y="11"/>
                      <a:pt x="1" y="6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0" name="Google Shape;1080;p43"/>
              <p:cNvSpPr/>
              <p:nvPr/>
            </p:nvSpPr>
            <p:spPr>
              <a:xfrm flipH="1">
                <a:off x="2008820" y="2029675"/>
                <a:ext cx="53785" cy="10893"/>
              </a:xfrm>
              <a:custGeom>
                <a:rect b="b" l="l" r="r" t="t"/>
                <a:pathLst>
                  <a:path extrusionOk="0" h="12" w="6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1" name="Google Shape;1081;p43"/>
              <p:cNvSpPr/>
              <p:nvPr/>
            </p:nvSpPr>
            <p:spPr>
              <a:xfrm flipH="1">
                <a:off x="1998608" y="2000399"/>
                <a:ext cx="63316" cy="10893"/>
              </a:xfrm>
              <a:custGeom>
                <a:rect b="b" l="l" r="r" t="t"/>
                <a:pathLst>
                  <a:path extrusionOk="0" h="12" w="71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2" name="Google Shape;1082;p43"/>
              <p:cNvSpPr/>
              <p:nvPr/>
            </p:nvSpPr>
            <p:spPr>
              <a:xfrm flipH="1">
                <a:off x="2004736" y="1974528"/>
                <a:ext cx="51742" cy="14297"/>
              </a:xfrm>
              <a:custGeom>
                <a:rect b="b" l="l" r="r" t="t"/>
                <a:pathLst>
                  <a:path extrusionOk="0" h="16" w="58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3" name="Google Shape;1083;p43"/>
              <p:cNvSpPr/>
              <p:nvPr/>
            </p:nvSpPr>
            <p:spPr>
              <a:xfrm flipH="1">
                <a:off x="2004736" y="1983379"/>
                <a:ext cx="681" cy="5447"/>
              </a:xfrm>
              <a:custGeom>
                <a:rect b="b" l="l" r="r" t="t"/>
                <a:pathLst>
                  <a:path extrusionOk="0" h="6" w="1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4" name="Google Shape;1084;p43"/>
              <p:cNvSpPr/>
              <p:nvPr/>
            </p:nvSpPr>
            <p:spPr>
              <a:xfrm flipH="1">
                <a:off x="1583990" y="1959550"/>
                <a:ext cx="411214" cy="510615"/>
              </a:xfrm>
              <a:custGeom>
                <a:rect b="b" l="l" r="r" t="t"/>
                <a:pathLst>
                  <a:path extrusionOk="0" h="573" w="461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5" name="Google Shape;1085;p43"/>
              <p:cNvSpPr/>
              <p:nvPr/>
            </p:nvSpPr>
            <p:spPr>
              <a:xfrm flipH="1">
                <a:off x="1625519" y="2133159"/>
                <a:ext cx="66040" cy="290029"/>
              </a:xfrm>
              <a:custGeom>
                <a:rect b="b" l="l" r="r" t="t"/>
                <a:pathLst>
                  <a:path extrusionOk="0" h="325" w="74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02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6" name="Google Shape;1086;p43"/>
              <p:cNvSpPr/>
              <p:nvPr/>
            </p:nvSpPr>
            <p:spPr>
              <a:xfrm flipH="1">
                <a:off x="1228602" y="1913255"/>
                <a:ext cx="442532" cy="590271"/>
              </a:xfrm>
              <a:custGeom>
                <a:rect b="b" l="l" r="r" t="t"/>
                <a:pathLst>
                  <a:path extrusionOk="0" h="662" w="496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7" name="Google Shape;1087;p43"/>
              <p:cNvSpPr/>
              <p:nvPr/>
            </p:nvSpPr>
            <p:spPr>
              <a:xfrm flipH="1">
                <a:off x="885470" y="2443613"/>
                <a:ext cx="822429" cy="1230922"/>
              </a:xfrm>
              <a:custGeom>
                <a:rect b="b" l="l" r="r" t="t"/>
                <a:pathLst>
                  <a:path extrusionOk="0" h="1380" w="922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8" name="Google Shape;1088;p43"/>
              <p:cNvSpPr/>
              <p:nvPr/>
            </p:nvSpPr>
            <p:spPr>
              <a:xfrm flipH="1">
                <a:off x="1392680" y="1810451"/>
                <a:ext cx="125271" cy="239648"/>
              </a:xfrm>
              <a:custGeom>
                <a:rect b="b" l="l" r="r" t="t"/>
                <a:pathLst>
                  <a:path extrusionOk="0" h="269" w="14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9" name="Google Shape;1089;p43"/>
              <p:cNvSpPr/>
              <p:nvPr/>
            </p:nvSpPr>
            <p:spPr>
              <a:xfrm>
                <a:off x="1392679" y="1839726"/>
                <a:ext cx="0" cy="22467"/>
              </a:xfrm>
              <a:custGeom>
                <a:rect b="b" l="l" r="r" t="t"/>
                <a:pathLst>
                  <a:path extrusionOk="0" h="25" w="12000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0" name="Google Shape;1090;p43"/>
              <p:cNvSpPr/>
              <p:nvPr/>
            </p:nvSpPr>
            <p:spPr>
              <a:xfrm flipH="1">
                <a:off x="1392679" y="1839726"/>
                <a:ext cx="117101" cy="61274"/>
              </a:xfrm>
              <a:custGeom>
                <a:rect b="b" l="l" r="r" t="t"/>
                <a:pathLst>
                  <a:path extrusionOk="0" h="69" w="131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1" name="Google Shape;1091;p43"/>
              <p:cNvSpPr/>
              <p:nvPr/>
            </p:nvSpPr>
            <p:spPr>
              <a:xfrm flipH="1">
                <a:off x="1351149" y="1610290"/>
                <a:ext cx="240329" cy="294795"/>
              </a:xfrm>
              <a:custGeom>
                <a:rect b="b" l="l" r="r" t="t"/>
                <a:pathLst>
                  <a:path extrusionOk="0" h="330" w="27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2" name="Google Shape;1092;p43"/>
              <p:cNvSpPr/>
              <p:nvPr/>
            </p:nvSpPr>
            <p:spPr>
              <a:xfrm flipH="1">
                <a:off x="1406976" y="1777091"/>
                <a:ext cx="43572" cy="21786"/>
              </a:xfrm>
              <a:custGeom>
                <a:rect b="b" l="l" r="r" t="t"/>
                <a:pathLst>
                  <a:path extrusionOk="0" h="24" w="49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3" name="Google Shape;1093;p43"/>
              <p:cNvSpPr/>
              <p:nvPr/>
            </p:nvSpPr>
            <p:spPr>
              <a:xfrm flipH="1">
                <a:off x="1575820" y="1760070"/>
                <a:ext cx="15659" cy="17020"/>
              </a:xfrm>
              <a:custGeom>
                <a:rect b="b" l="l" r="r" t="t"/>
                <a:pathLst>
                  <a:path extrusionOk="0" h="19" w="18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4" name="Google Shape;1094;p43"/>
              <p:cNvSpPr/>
              <p:nvPr/>
            </p:nvSpPr>
            <p:spPr>
              <a:xfrm flipH="1">
                <a:off x="1542459" y="1736923"/>
                <a:ext cx="25191" cy="44934"/>
              </a:xfrm>
              <a:custGeom>
                <a:rect b="b" l="l" r="r" t="t"/>
                <a:pathLst>
                  <a:path extrusionOk="0" h="50" w="28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5" name="Google Shape;1095;p43"/>
              <p:cNvSpPr/>
              <p:nvPr/>
            </p:nvSpPr>
            <p:spPr>
              <a:xfrm flipH="1">
                <a:off x="1437613" y="1681095"/>
                <a:ext cx="61274" cy="64678"/>
              </a:xfrm>
              <a:custGeom>
                <a:rect b="b" l="l" r="r" t="t"/>
                <a:pathLst>
                  <a:path extrusionOk="0" h="73" w="69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6" name="Google Shape;1096;p43"/>
              <p:cNvSpPr/>
              <p:nvPr/>
            </p:nvSpPr>
            <p:spPr>
              <a:xfrm flipH="1">
                <a:off x="1536332" y="1684499"/>
                <a:ext cx="49019" cy="48338"/>
              </a:xfrm>
              <a:custGeom>
                <a:rect b="b" l="l" r="r" t="t"/>
                <a:pathLst>
                  <a:path extrusionOk="0" h="54" w="55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43"/>
              <p:cNvSpPr/>
              <p:nvPr/>
            </p:nvSpPr>
            <p:spPr>
              <a:xfrm flipH="1">
                <a:off x="1464165" y="1808408"/>
                <a:ext cx="87145" cy="25871"/>
              </a:xfrm>
              <a:custGeom>
                <a:rect b="b" l="l" r="r" t="t"/>
                <a:pathLst>
                  <a:path extrusionOk="0" h="29" w="98">
                    <a:moveTo>
                      <a:pt x="31" y="25"/>
                    </a:moveTo>
                    <a:cubicBezTo>
                      <a:pt x="35" y="26"/>
                      <a:pt x="39" y="27"/>
                      <a:pt x="43" y="27"/>
                    </a:cubicBezTo>
                    <a:cubicBezTo>
                      <a:pt x="61" y="29"/>
                      <a:pt x="79" y="22"/>
                      <a:pt x="97" y="6"/>
                    </a:cubicBezTo>
                    <a:cubicBezTo>
                      <a:pt x="98" y="6"/>
                      <a:pt x="98" y="4"/>
                      <a:pt x="98" y="4"/>
                    </a:cubicBezTo>
                    <a:cubicBezTo>
                      <a:pt x="97" y="3"/>
                      <a:pt x="96" y="3"/>
                      <a:pt x="95" y="3"/>
                    </a:cubicBezTo>
                    <a:cubicBezTo>
                      <a:pt x="78" y="18"/>
                      <a:pt x="61" y="25"/>
                      <a:pt x="44" y="23"/>
                    </a:cubicBezTo>
                    <a:cubicBezTo>
                      <a:pt x="19" y="21"/>
                      <a:pt x="4" y="2"/>
                      <a:pt x="4" y="1"/>
                    </a:cubicBezTo>
                    <a:cubicBezTo>
                      <a:pt x="3" y="0"/>
                      <a:pt x="2" y="0"/>
                      <a:pt x="1" y="1"/>
                    </a:cubicBezTo>
                    <a:cubicBezTo>
                      <a:pt x="0" y="2"/>
                      <a:pt x="0" y="3"/>
                      <a:pt x="1" y="4"/>
                    </a:cubicBezTo>
                    <a:cubicBezTo>
                      <a:pt x="1" y="4"/>
                      <a:pt x="12" y="19"/>
                      <a:pt x="31" y="25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8" name="Google Shape;1098;p43"/>
              <p:cNvSpPr/>
              <p:nvPr/>
            </p:nvSpPr>
            <p:spPr>
              <a:xfrm flipH="1">
                <a:off x="1302130" y="1721264"/>
                <a:ext cx="66040" cy="129356"/>
              </a:xfrm>
              <a:custGeom>
                <a:rect b="b" l="l" r="r" t="t"/>
                <a:pathLst>
                  <a:path extrusionOk="0" h="145" w="74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9" name="Google Shape;1099;p43"/>
              <p:cNvSpPr/>
              <p:nvPr/>
            </p:nvSpPr>
            <p:spPr>
              <a:xfrm flipH="1">
                <a:off x="1328001" y="1751220"/>
                <a:ext cx="33360" cy="27233"/>
              </a:xfrm>
              <a:custGeom>
                <a:rect b="b" l="l" r="r" t="t"/>
                <a:pathLst>
                  <a:path extrusionOk="0" h="30" w="38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0" name="Google Shape;1100;p43"/>
              <p:cNvSpPr/>
              <p:nvPr/>
            </p:nvSpPr>
            <p:spPr>
              <a:xfrm flipH="1">
                <a:off x="1306215" y="1546974"/>
                <a:ext cx="307050" cy="194714"/>
              </a:xfrm>
              <a:custGeom>
                <a:rect b="b" l="l" r="r" t="t"/>
                <a:pathLst>
                  <a:path extrusionOk="0" h="218" w="344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1" name="Google Shape;1101;p43"/>
              <p:cNvSpPr/>
              <p:nvPr/>
            </p:nvSpPr>
            <p:spPr>
              <a:xfrm flipH="1">
                <a:off x="1161881" y="2299279"/>
                <a:ext cx="39488" cy="211054"/>
              </a:xfrm>
              <a:custGeom>
                <a:rect b="b" l="l" r="r" t="t"/>
                <a:pathLst>
                  <a:path extrusionOk="0" h="237" w="44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2" name="Google Shape;1102;p43"/>
              <p:cNvSpPr/>
              <p:nvPr/>
            </p:nvSpPr>
            <p:spPr>
              <a:xfrm flipH="1">
                <a:off x="1202050" y="2133840"/>
                <a:ext cx="322709" cy="447298"/>
              </a:xfrm>
              <a:custGeom>
                <a:rect b="b" l="l" r="r" t="t"/>
                <a:pathLst>
                  <a:path extrusionOk="0" h="501" w="362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3" name="Google Shape;1103;p43"/>
              <p:cNvSpPr/>
              <p:nvPr/>
            </p:nvSpPr>
            <p:spPr>
              <a:xfrm flipH="1">
                <a:off x="1328007" y="2250941"/>
                <a:ext cx="70800" cy="7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4" name="Google Shape;1104;p43"/>
              <p:cNvSpPr/>
              <p:nvPr/>
            </p:nvSpPr>
            <p:spPr>
              <a:xfrm flipH="1">
                <a:off x="1153711" y="2244133"/>
                <a:ext cx="171567" cy="204926"/>
              </a:xfrm>
              <a:custGeom>
                <a:rect b="b" l="l" r="r" t="t"/>
                <a:pathLst>
                  <a:path extrusionOk="0" h="230" w="192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5" name="Google Shape;1105;p43"/>
              <p:cNvSpPr/>
              <p:nvPr/>
            </p:nvSpPr>
            <p:spPr>
              <a:xfrm flipH="1">
                <a:off x="1464846" y="1736923"/>
                <a:ext cx="27233" cy="47657"/>
              </a:xfrm>
              <a:custGeom>
                <a:rect b="b" l="l" r="r" t="t"/>
                <a:pathLst>
                  <a:path extrusionOk="0" h="53" w="3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06" name="Google Shape;1106;p43"/>
            <p:cNvGrpSpPr/>
            <p:nvPr/>
          </p:nvGrpSpPr>
          <p:grpSpPr>
            <a:xfrm>
              <a:off x="1880948" y="2504669"/>
              <a:ext cx="959226" cy="675313"/>
              <a:chOff x="4768936" y="2201894"/>
              <a:chExt cx="959226" cy="675313"/>
            </a:xfrm>
          </p:grpSpPr>
          <p:sp>
            <p:nvSpPr>
              <p:cNvPr id="1107" name="Google Shape;1107;p43"/>
              <p:cNvSpPr/>
              <p:nvPr/>
            </p:nvSpPr>
            <p:spPr>
              <a:xfrm>
                <a:off x="4768936" y="2201894"/>
                <a:ext cx="959226" cy="675313"/>
              </a:xfrm>
              <a:custGeom>
                <a:rect b="b" l="l" r="r" t="t"/>
                <a:pathLst>
                  <a:path extrusionOk="0" h="365" w="517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8" name="Google Shape;1108;p43"/>
              <p:cNvSpPr/>
              <p:nvPr/>
            </p:nvSpPr>
            <p:spPr>
              <a:xfrm>
                <a:off x="4874390" y="2238397"/>
                <a:ext cx="750345" cy="332586"/>
              </a:xfrm>
              <a:custGeom>
                <a:rect b="b" l="l" r="r" t="t"/>
                <a:pathLst>
                  <a:path extrusionOk="0" h="164" w="37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9" name="Google Shape;1109;p43"/>
              <p:cNvSpPr/>
              <p:nvPr/>
            </p:nvSpPr>
            <p:spPr>
              <a:xfrm>
                <a:off x="5109633" y="2384410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0" name="Google Shape;1110;p43"/>
              <p:cNvSpPr/>
              <p:nvPr/>
            </p:nvSpPr>
            <p:spPr>
              <a:xfrm>
                <a:off x="5229284" y="2467556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1" name="Google Shape;1111;p43"/>
              <p:cNvSpPr/>
              <p:nvPr/>
            </p:nvSpPr>
            <p:spPr>
              <a:xfrm>
                <a:off x="5355017" y="231546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2" name="Google Shape;1112;p43"/>
              <p:cNvSpPr/>
              <p:nvPr/>
            </p:nvSpPr>
            <p:spPr>
              <a:xfrm>
                <a:off x="5478722" y="2386438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3" name="Google Shape;1113;p43"/>
              <p:cNvSpPr/>
              <p:nvPr/>
            </p:nvSpPr>
            <p:spPr>
              <a:xfrm>
                <a:off x="5604456" y="2222173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4" name="Google Shape;1114;p43"/>
              <p:cNvSpPr/>
              <p:nvPr/>
            </p:nvSpPr>
            <p:spPr>
              <a:xfrm>
                <a:off x="4856139" y="254867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5" name="Google Shape;1115;p43"/>
              <p:cNvSpPr/>
              <p:nvPr/>
            </p:nvSpPr>
            <p:spPr>
              <a:xfrm>
                <a:off x="4848027" y="2635878"/>
                <a:ext cx="66923" cy="152098"/>
              </a:xfrm>
              <a:custGeom>
                <a:rect b="b" l="l" r="r" t="t"/>
                <a:pathLst>
                  <a:path extrusionOk="0" h="83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6" name="Google Shape;1116;p43"/>
              <p:cNvSpPr/>
              <p:nvPr/>
            </p:nvSpPr>
            <p:spPr>
              <a:xfrm>
                <a:off x="4971732" y="2564899"/>
                <a:ext cx="66923" cy="223076"/>
              </a:xfrm>
              <a:custGeom>
                <a:rect b="b" l="l" r="r" t="t"/>
                <a:pathLst>
                  <a:path extrusionOk="0" h="121" w="36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7" name="Google Shape;1117;p43"/>
              <p:cNvSpPr/>
              <p:nvPr/>
            </p:nvSpPr>
            <p:spPr>
              <a:xfrm>
                <a:off x="5093410" y="2491892"/>
                <a:ext cx="66923" cy="296083"/>
              </a:xfrm>
              <a:custGeom>
                <a:rect b="b" l="l" r="r" t="t"/>
                <a:pathLst>
                  <a:path extrusionOk="0" h="160" w="36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8" name="Google Shape;1118;p43"/>
              <p:cNvSpPr/>
              <p:nvPr/>
            </p:nvSpPr>
            <p:spPr>
              <a:xfrm>
                <a:off x="5219143" y="2548675"/>
                <a:ext cx="64895" cy="239300"/>
              </a:xfrm>
              <a:custGeom>
                <a:rect b="b" l="l" r="r" t="t"/>
                <a:pathLst>
                  <a:path extrusionOk="0" h="129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9" name="Google Shape;1119;p43"/>
              <p:cNvSpPr/>
              <p:nvPr/>
            </p:nvSpPr>
            <p:spPr>
              <a:xfrm>
                <a:off x="5342849" y="2418885"/>
                <a:ext cx="66923" cy="369089"/>
              </a:xfrm>
              <a:custGeom>
                <a:rect b="b" l="l" r="r" t="t"/>
                <a:pathLst>
                  <a:path extrusionOk="0" h="199" w="36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0" name="Google Shape;1120;p43"/>
              <p:cNvSpPr/>
              <p:nvPr/>
            </p:nvSpPr>
            <p:spPr>
              <a:xfrm>
                <a:off x="5464527" y="2479724"/>
                <a:ext cx="66923" cy="308250"/>
              </a:xfrm>
              <a:custGeom>
                <a:rect b="b" l="l" r="r" t="t"/>
                <a:pathLst>
                  <a:path extrusionOk="0" h="167" w="36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1" name="Google Shape;1121;p43"/>
              <p:cNvSpPr/>
              <p:nvPr/>
            </p:nvSpPr>
            <p:spPr>
              <a:xfrm>
                <a:off x="5588232" y="2329655"/>
                <a:ext cx="66923" cy="458319"/>
              </a:xfrm>
              <a:custGeom>
                <a:rect b="b" l="l" r="r" t="t"/>
                <a:pathLst>
                  <a:path extrusionOk="0" h="248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44"/>
          <p:cNvSpPr txBox="1"/>
          <p:nvPr>
            <p:ph type="title"/>
          </p:nvPr>
        </p:nvSpPr>
        <p:spPr>
          <a:xfrm>
            <a:off x="720000" y="445025"/>
            <a:ext cx="7209600" cy="5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Dashboard Overview</a:t>
            </a:r>
            <a:endParaRPr/>
          </a:p>
        </p:txBody>
      </p:sp>
      <p:pic>
        <p:nvPicPr>
          <p:cNvPr id="1127" name="Google Shape;112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0325" y="1062325"/>
            <a:ext cx="6725240" cy="381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45"/>
          <p:cNvSpPr txBox="1"/>
          <p:nvPr>
            <p:ph type="title"/>
          </p:nvPr>
        </p:nvSpPr>
        <p:spPr>
          <a:xfrm>
            <a:off x="720000" y="445025"/>
            <a:ext cx="4360200" cy="10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Dashboard Overview</a:t>
            </a:r>
            <a:endParaRPr/>
          </a:p>
        </p:txBody>
      </p:sp>
      <p:pic>
        <p:nvPicPr>
          <p:cNvPr id="1133" name="Google Shape;113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1950" y="1121275"/>
            <a:ext cx="5992478" cy="3379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46"/>
          <p:cNvSpPr txBox="1"/>
          <p:nvPr>
            <p:ph type="title"/>
          </p:nvPr>
        </p:nvSpPr>
        <p:spPr>
          <a:xfrm>
            <a:off x="720000" y="445025"/>
            <a:ext cx="7390200" cy="10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RFM Segment Distribution</a:t>
            </a:r>
            <a:endParaRPr/>
          </a:p>
        </p:txBody>
      </p:sp>
      <p:pic>
        <p:nvPicPr>
          <p:cNvPr id="1139" name="Google Shape;113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8425" y="1529550"/>
            <a:ext cx="3454925" cy="235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0" name="Google Shape;1140;p46"/>
          <p:cNvPicPr preferRelativeResize="0"/>
          <p:nvPr/>
        </p:nvPicPr>
        <p:blipFill rotWithShape="1">
          <a:blip r:embed="rId4">
            <a:alphaModFix/>
          </a:blip>
          <a:srcRect b="0" l="0" r="0" t="1078"/>
          <a:stretch/>
        </p:blipFill>
        <p:spPr>
          <a:xfrm>
            <a:off x="4909975" y="1555075"/>
            <a:ext cx="3429250" cy="233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46"/>
          <p:cNvSpPr txBox="1"/>
          <p:nvPr/>
        </p:nvSpPr>
        <p:spPr>
          <a:xfrm>
            <a:off x="1829825" y="4154475"/>
            <a:ext cx="61881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Champions (12.5% of customers) generates 35% total revenue. At Risk customers hold 9.3 M in revenue at stake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47"/>
          <p:cNvSpPr txBox="1"/>
          <p:nvPr>
            <p:ph type="title"/>
          </p:nvPr>
        </p:nvSpPr>
        <p:spPr>
          <a:xfrm>
            <a:off x="720000" y="445025"/>
            <a:ext cx="7064400" cy="10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Customer behavior</a:t>
            </a:r>
            <a:endParaRPr/>
          </a:p>
        </p:txBody>
      </p:sp>
      <p:pic>
        <p:nvPicPr>
          <p:cNvPr id="1147" name="Google Shape;114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800" y="1335325"/>
            <a:ext cx="5168524" cy="232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8" name="Google Shape;1148;p47"/>
          <p:cNvSpPr txBox="1"/>
          <p:nvPr/>
        </p:nvSpPr>
        <p:spPr>
          <a:xfrm>
            <a:off x="5696575" y="1509750"/>
            <a:ext cx="30000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DM Sans"/>
                <a:ea typeface="DM Sans"/>
                <a:cs typeface="DM Sans"/>
                <a:sym typeface="DM Sans"/>
              </a:rPr>
              <a:t>High-value customers (Champions &amp; Loyal) cluster on the left — recent buyers with the highest spending. As recency increases beyond 500 days, monetary value drops significantly, indicating customer disengagement correlates directly with lower lifetime value. </a:t>
            </a:r>
            <a:endParaRPr sz="13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48"/>
          <p:cNvSpPr txBox="1"/>
          <p:nvPr>
            <p:ph type="title"/>
          </p:nvPr>
        </p:nvSpPr>
        <p:spPr>
          <a:xfrm>
            <a:off x="720000" y="445025"/>
            <a:ext cx="6781800" cy="10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CLV Tier Distribution and Revenue</a:t>
            </a:r>
            <a:endParaRPr/>
          </a:p>
        </p:txBody>
      </p:sp>
      <p:pic>
        <p:nvPicPr>
          <p:cNvPr id="1154" name="Google Shape;115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375" y="1234238"/>
            <a:ext cx="2676800" cy="182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5" name="Google Shape;115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0525" y="1231737"/>
            <a:ext cx="2676800" cy="1834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6" name="Google Shape;1156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2675" y="1250700"/>
            <a:ext cx="2675138" cy="179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48"/>
          <p:cNvSpPr txBox="1"/>
          <p:nvPr/>
        </p:nvSpPr>
        <p:spPr>
          <a:xfrm>
            <a:off x="2192375" y="3158950"/>
            <a:ext cx="4578000" cy="13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Top value customers have avg CLV of 10.2K - 14.6x higher than low value (0.7k). Higher tier also correlates with higher gross margin, confirming that Top Value customers are both more valuable and more profitable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49"/>
          <p:cNvSpPr txBox="1"/>
          <p:nvPr>
            <p:ph type="title"/>
          </p:nvPr>
        </p:nvSpPr>
        <p:spPr>
          <a:xfrm>
            <a:off x="720000" y="445025"/>
            <a:ext cx="6345600" cy="10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CLV Tier x RFM Segment Matrix</a:t>
            </a:r>
            <a:endParaRPr/>
          </a:p>
        </p:txBody>
      </p:sp>
      <p:pic>
        <p:nvPicPr>
          <p:cNvPr id="1163" name="Google Shape;116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1825" y="1494500"/>
            <a:ext cx="6160350" cy="130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4" name="Google Shape;1164;p49"/>
          <p:cNvSpPr txBox="1"/>
          <p:nvPr/>
        </p:nvSpPr>
        <p:spPr>
          <a:xfrm>
            <a:off x="1491725" y="3048325"/>
            <a:ext cx="6160200" cy="14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Key Findings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87.97% of Champions are Top Value - high value customer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60.59% of Lost are in Low Value - low spending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54.76% At Risk are Top Value - becoming inactive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43.98% of Loyal are Medium Value - potential upgrade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50"/>
          <p:cNvSpPr txBox="1"/>
          <p:nvPr>
            <p:ph type="title"/>
          </p:nvPr>
        </p:nvSpPr>
        <p:spPr>
          <a:xfrm>
            <a:off x="3871075" y="2969400"/>
            <a:ext cx="45597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Insight and Recommendation</a:t>
            </a:r>
            <a:endParaRPr/>
          </a:p>
        </p:txBody>
      </p:sp>
      <p:sp>
        <p:nvSpPr>
          <p:cNvPr id="1170" name="Google Shape;1170;p50"/>
          <p:cNvSpPr txBox="1"/>
          <p:nvPr>
            <p:ph idx="2" type="title"/>
          </p:nvPr>
        </p:nvSpPr>
        <p:spPr>
          <a:xfrm>
            <a:off x="3871075" y="1997100"/>
            <a:ext cx="9969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GB"/>
              <a:t>04</a:t>
            </a:r>
            <a:endParaRPr/>
          </a:p>
        </p:txBody>
      </p:sp>
      <p:sp>
        <p:nvSpPr>
          <p:cNvPr id="1171" name="Google Shape;1171;p50"/>
          <p:cNvSpPr txBox="1"/>
          <p:nvPr>
            <p:ph idx="1" type="subTitle"/>
          </p:nvPr>
        </p:nvSpPr>
        <p:spPr>
          <a:xfrm>
            <a:off x="3871075" y="4229000"/>
            <a:ext cx="45597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Apply problem-solving strategies in various contexts</a:t>
            </a:r>
            <a:endParaRPr/>
          </a:p>
        </p:txBody>
      </p:sp>
      <p:grpSp>
        <p:nvGrpSpPr>
          <p:cNvPr id="1172" name="Google Shape;1172;p50"/>
          <p:cNvGrpSpPr/>
          <p:nvPr/>
        </p:nvGrpSpPr>
        <p:grpSpPr>
          <a:xfrm>
            <a:off x="713221" y="502143"/>
            <a:ext cx="2987198" cy="3456293"/>
            <a:chOff x="713221" y="502143"/>
            <a:chExt cx="2987198" cy="3456293"/>
          </a:xfrm>
        </p:grpSpPr>
        <p:grpSp>
          <p:nvGrpSpPr>
            <p:cNvPr id="1173" name="Google Shape;1173;p50"/>
            <p:cNvGrpSpPr/>
            <p:nvPr/>
          </p:nvGrpSpPr>
          <p:grpSpPr>
            <a:xfrm>
              <a:off x="1974338" y="1193591"/>
              <a:ext cx="1726080" cy="1115462"/>
              <a:chOff x="4838012" y="1361547"/>
              <a:chExt cx="951900" cy="615156"/>
            </a:xfrm>
          </p:grpSpPr>
          <p:sp>
            <p:nvSpPr>
              <p:cNvPr id="1174" name="Google Shape;1174;p50"/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5" name="Google Shape;1175;p50"/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rect b="b" l="l" r="r" t="t"/>
                <a:pathLst>
                  <a:path extrusionOk="0" h="67" w="1089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6" name="Google Shape;1176;p50"/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7" name="Google Shape;1177;p50"/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8" name="Google Shape;1178;p50"/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9" name="Google Shape;1179;p50"/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0" name="Google Shape;1180;p50"/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rect b="b" l="l" r="r" t="t"/>
                <a:pathLst>
                  <a:path extrusionOk="0" h="343" w="342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1" name="Google Shape;1181;p50"/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rect b="b" l="l" r="r" t="t"/>
                <a:pathLst>
                  <a:path extrusionOk="0" h="338" w="342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2" name="Google Shape;1182;p50"/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rect b="b" l="l" r="r" t="t"/>
                <a:pathLst>
                  <a:path extrusionOk="0" h="163" w="171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3" name="Google Shape;1183;p50"/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4" name="Google Shape;1184;p50"/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5" name="Google Shape;1185;p50"/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6" name="Google Shape;1186;p50"/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7" name="Google Shape;1187;p50"/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8" name="Google Shape;1188;p50"/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9" name="Google Shape;1189;p50"/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0" name="Google Shape;1190;p50"/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1" name="Google Shape;1191;p50"/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2" name="Google Shape;1192;p50"/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93" name="Google Shape;1193;p50"/>
            <p:cNvGrpSpPr/>
            <p:nvPr/>
          </p:nvGrpSpPr>
          <p:grpSpPr>
            <a:xfrm>
              <a:off x="1442947" y="949680"/>
              <a:ext cx="437992" cy="437992"/>
              <a:chOff x="1309269" y="3291652"/>
              <a:chExt cx="415198" cy="415198"/>
            </a:xfrm>
          </p:grpSpPr>
          <p:sp>
            <p:nvSpPr>
              <p:cNvPr id="1194" name="Google Shape;1194;p50"/>
              <p:cNvSpPr/>
              <p:nvPr/>
            </p:nvSpPr>
            <p:spPr>
              <a:xfrm>
                <a:off x="1309269" y="3291652"/>
                <a:ext cx="415198" cy="415198"/>
              </a:xfrm>
              <a:custGeom>
                <a:rect b="b" l="l" r="r" t="t"/>
                <a:pathLst>
                  <a:path extrusionOk="0" h="474" w="474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5" name="Google Shape;1195;p50"/>
              <p:cNvSpPr/>
              <p:nvPr/>
            </p:nvSpPr>
            <p:spPr>
              <a:xfrm>
                <a:off x="1364756" y="3349053"/>
                <a:ext cx="304223" cy="299440"/>
              </a:xfrm>
              <a:custGeom>
                <a:rect b="b" l="l" r="r" t="t"/>
                <a:pathLst>
                  <a:path extrusionOk="0" h="343" w="348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96" name="Google Shape;1196;p50"/>
            <p:cNvSpPr/>
            <p:nvPr/>
          </p:nvSpPr>
          <p:spPr>
            <a:xfrm>
              <a:off x="3052028" y="502143"/>
              <a:ext cx="560784" cy="924988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197;p50"/>
            <p:cNvSpPr/>
            <p:nvPr/>
          </p:nvSpPr>
          <p:spPr>
            <a:xfrm>
              <a:off x="3003630" y="2329937"/>
              <a:ext cx="269949" cy="266432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8" name="Google Shape;1198;p50"/>
            <p:cNvSpPr/>
            <p:nvPr/>
          </p:nvSpPr>
          <p:spPr>
            <a:xfrm>
              <a:off x="3003613" y="2807213"/>
              <a:ext cx="166095" cy="273984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99" name="Google Shape;1199;p50"/>
            <p:cNvGrpSpPr/>
            <p:nvPr/>
          </p:nvGrpSpPr>
          <p:grpSpPr>
            <a:xfrm>
              <a:off x="713221" y="1546974"/>
              <a:ext cx="1380703" cy="2411462"/>
              <a:chOff x="713221" y="1546974"/>
              <a:chExt cx="1380703" cy="2411462"/>
            </a:xfrm>
          </p:grpSpPr>
          <p:sp>
            <p:nvSpPr>
              <p:cNvPr id="1200" name="Google Shape;1200;p50"/>
              <p:cNvSpPr/>
              <p:nvPr/>
            </p:nvSpPr>
            <p:spPr>
              <a:xfrm flipH="1">
                <a:off x="1210219" y="1617779"/>
                <a:ext cx="451384" cy="297518"/>
              </a:xfrm>
              <a:custGeom>
                <a:rect b="b" l="l" r="r" t="t"/>
                <a:pathLst>
                  <a:path extrusionOk="0" h="334" w="506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1" name="Google Shape;1201;p50"/>
              <p:cNvSpPr/>
              <p:nvPr/>
            </p:nvSpPr>
            <p:spPr>
              <a:xfrm flipH="1">
                <a:off x="892277" y="2443613"/>
                <a:ext cx="815622" cy="1284023"/>
              </a:xfrm>
              <a:custGeom>
                <a:rect b="b" l="l" r="r" t="t"/>
                <a:pathLst>
                  <a:path extrusionOk="0" h="1439" w="914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2" name="Google Shape;1202;p50"/>
              <p:cNvSpPr/>
              <p:nvPr/>
            </p:nvSpPr>
            <p:spPr>
              <a:xfrm flipH="1">
                <a:off x="1228603" y="1913255"/>
                <a:ext cx="425511" cy="571206"/>
              </a:xfrm>
              <a:custGeom>
                <a:rect b="b" l="l" r="r" t="t"/>
                <a:pathLst>
                  <a:path extrusionOk="0" h="641" w="477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3" name="Google Shape;1203;p50"/>
              <p:cNvSpPr/>
              <p:nvPr/>
            </p:nvSpPr>
            <p:spPr>
              <a:xfrm flipH="1">
                <a:off x="738412" y="3639812"/>
                <a:ext cx="309092" cy="272328"/>
              </a:xfrm>
              <a:custGeom>
                <a:rect b="b" l="l" r="r" t="t"/>
                <a:pathLst>
                  <a:path extrusionOk="0" h="305" w="347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4" name="Google Shape;1204;p50"/>
              <p:cNvSpPr/>
              <p:nvPr/>
            </p:nvSpPr>
            <p:spPr>
              <a:xfrm flipH="1">
                <a:off x="713221" y="3728319"/>
                <a:ext cx="332921" cy="230117"/>
              </a:xfrm>
              <a:custGeom>
                <a:rect b="b" l="l" r="r" t="t"/>
                <a:pathLst>
                  <a:path extrusionOk="0" h="258" w="373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5" name="Google Shape;1205;p50"/>
              <p:cNvSpPr/>
              <p:nvPr/>
            </p:nvSpPr>
            <p:spPr>
              <a:xfrm flipH="1">
                <a:off x="1374978" y="3639812"/>
                <a:ext cx="312496" cy="272328"/>
              </a:xfrm>
              <a:custGeom>
                <a:rect b="b" l="l" r="r" t="t"/>
                <a:pathLst>
                  <a:path extrusionOk="0" h="305" w="35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6" name="Google Shape;1206;p50"/>
              <p:cNvSpPr/>
              <p:nvPr/>
            </p:nvSpPr>
            <p:spPr>
              <a:xfrm flipH="1">
                <a:off x="1377020" y="3728319"/>
                <a:ext cx="332240" cy="230117"/>
              </a:xfrm>
              <a:custGeom>
                <a:rect b="b" l="l" r="r" t="t"/>
                <a:pathLst>
                  <a:path extrusionOk="0" h="258" w="373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7" name="Google Shape;1207;p50"/>
              <p:cNvSpPr/>
              <p:nvPr/>
            </p:nvSpPr>
            <p:spPr>
              <a:xfrm flipH="1">
                <a:off x="835769" y="1991549"/>
                <a:ext cx="548060" cy="518785"/>
              </a:xfrm>
              <a:custGeom>
                <a:rect b="b" l="l" r="r" t="t"/>
                <a:pathLst>
                  <a:path extrusionOk="0" h="582" w="615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8" name="Google Shape;1208;p50"/>
              <p:cNvSpPr/>
              <p:nvPr/>
            </p:nvSpPr>
            <p:spPr>
              <a:xfrm flipH="1">
                <a:off x="1041376" y="2250941"/>
                <a:ext cx="184502" cy="54466"/>
              </a:xfrm>
              <a:custGeom>
                <a:rect b="b" l="l" r="r" t="t"/>
                <a:pathLst>
                  <a:path extrusionOk="0" h="80" w="271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02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9" name="Google Shape;1209;p50"/>
              <p:cNvSpPr/>
              <p:nvPr/>
            </p:nvSpPr>
            <p:spPr>
              <a:xfrm flipH="1">
                <a:off x="1585351" y="1969082"/>
                <a:ext cx="395556" cy="444575"/>
              </a:xfrm>
              <a:custGeom>
                <a:rect b="b" l="l" r="r" t="t"/>
                <a:pathLst>
                  <a:path extrusionOk="0" h="498" w="443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0" name="Google Shape;1210;p50"/>
              <p:cNvSpPr/>
              <p:nvPr/>
            </p:nvSpPr>
            <p:spPr>
              <a:xfrm flipH="1">
                <a:off x="1950270" y="1940487"/>
                <a:ext cx="111654" cy="141610"/>
              </a:xfrm>
              <a:custGeom>
                <a:rect b="b" l="l" r="r" t="t"/>
                <a:pathLst>
                  <a:path extrusionOk="0" h="159" w="125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1" name="Google Shape;1211;p50"/>
              <p:cNvSpPr/>
              <p:nvPr/>
            </p:nvSpPr>
            <p:spPr>
              <a:xfrm flipH="1">
                <a:off x="1997246" y="2075290"/>
                <a:ext cx="33360" cy="2723"/>
              </a:xfrm>
              <a:custGeom>
                <a:rect b="b" l="l" r="r" t="t"/>
                <a:pathLst>
                  <a:path extrusionOk="0" h="3" w="37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2" name="Google Shape;1212;p50"/>
              <p:cNvSpPr/>
              <p:nvPr/>
            </p:nvSpPr>
            <p:spPr>
              <a:xfrm flipH="1">
                <a:off x="1957759" y="2005846"/>
                <a:ext cx="99400" cy="72167"/>
              </a:xfrm>
              <a:custGeom>
                <a:rect b="b" l="l" r="r" t="t"/>
                <a:pathLst>
                  <a:path extrusionOk="0" h="81" w="112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3" name="Google Shape;1213;p50"/>
              <p:cNvSpPr/>
              <p:nvPr/>
            </p:nvSpPr>
            <p:spPr>
              <a:xfrm flipH="1">
                <a:off x="2004736" y="1871725"/>
                <a:ext cx="5447" cy="49019"/>
              </a:xfrm>
              <a:custGeom>
                <a:rect b="b" l="l" r="r" t="t"/>
                <a:pathLst>
                  <a:path extrusionOk="0" h="72" w="8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14" name="Google Shape;1214;p50"/>
              <p:cNvCxnSpPr/>
              <p:nvPr/>
            </p:nvCxnSpPr>
            <p:spPr>
              <a:xfrm>
                <a:off x="2004736" y="1871725"/>
                <a:ext cx="5400" cy="489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1215" name="Google Shape;1215;p50"/>
              <p:cNvSpPr/>
              <p:nvPr/>
            </p:nvSpPr>
            <p:spPr>
              <a:xfrm flipH="1">
                <a:off x="1995204" y="1871044"/>
                <a:ext cx="24509" cy="51742"/>
              </a:xfrm>
              <a:custGeom>
                <a:rect b="b" l="l" r="r" t="t"/>
                <a:pathLst>
                  <a:path extrusionOk="0" h="76" w="36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6" name="Google Shape;1216;p50"/>
              <p:cNvSpPr/>
              <p:nvPr/>
            </p:nvSpPr>
            <p:spPr>
              <a:xfrm flipH="1">
                <a:off x="1987034" y="1905085"/>
                <a:ext cx="61274" cy="160673"/>
              </a:xfrm>
              <a:custGeom>
                <a:rect b="b" l="l" r="r" t="t"/>
                <a:pathLst>
                  <a:path extrusionOk="0" h="180" w="69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7" name="Google Shape;1217;p50"/>
              <p:cNvSpPr/>
              <p:nvPr/>
            </p:nvSpPr>
            <p:spPr>
              <a:xfrm flipH="1">
                <a:off x="1913506" y="1664075"/>
                <a:ext cx="161354" cy="202203"/>
              </a:xfrm>
              <a:custGeom>
                <a:rect b="b" l="l" r="r" t="t"/>
                <a:pathLst>
                  <a:path extrusionOk="0" h="227" w="181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8" name="Google Shape;1218;p50"/>
              <p:cNvSpPr/>
              <p:nvPr/>
            </p:nvSpPr>
            <p:spPr>
              <a:xfrm flipH="1">
                <a:off x="1896486" y="1640246"/>
                <a:ext cx="197438" cy="255987"/>
              </a:xfrm>
              <a:custGeom>
                <a:rect b="b" l="l" r="r" t="t"/>
                <a:pathLst>
                  <a:path extrusionOk="0" h="287" w="221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9" name="Google Shape;1219;p50"/>
              <p:cNvSpPr/>
              <p:nvPr/>
            </p:nvSpPr>
            <p:spPr>
              <a:xfrm flipH="1">
                <a:off x="1989758" y="1937083"/>
                <a:ext cx="101442" cy="123228"/>
              </a:xfrm>
              <a:custGeom>
                <a:rect b="b" l="l" r="r" t="t"/>
                <a:pathLst>
                  <a:path extrusionOk="0" h="138" w="114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0" name="Google Shape;1220;p50"/>
              <p:cNvSpPr/>
              <p:nvPr/>
            </p:nvSpPr>
            <p:spPr>
              <a:xfrm flipH="1">
                <a:off x="1938015" y="1908489"/>
                <a:ext cx="118462" cy="117101"/>
              </a:xfrm>
              <a:custGeom>
                <a:rect b="b" l="l" r="r" t="t"/>
                <a:pathLst>
                  <a:path extrusionOk="0" h="131" w="133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221;p50"/>
              <p:cNvSpPr/>
              <p:nvPr/>
            </p:nvSpPr>
            <p:spPr>
              <a:xfrm flipH="1">
                <a:off x="1980907" y="2003804"/>
                <a:ext cx="15659" cy="13616"/>
              </a:xfrm>
              <a:custGeom>
                <a:rect b="b" l="l" r="r" t="t"/>
                <a:pathLst>
                  <a:path extrusionOk="0" h="15" w="18">
                    <a:moveTo>
                      <a:pt x="1" y="0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1" y="3"/>
                      <a:pt x="2" y="4"/>
                      <a:pt x="3" y="6"/>
                    </a:cubicBezTo>
                    <a:cubicBezTo>
                      <a:pt x="7" y="10"/>
                      <a:pt x="12" y="13"/>
                      <a:pt x="18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14" y="13"/>
                      <a:pt x="12" y="11"/>
                      <a:pt x="9" y="9"/>
                    </a:cubicBezTo>
                    <a:cubicBezTo>
                      <a:pt x="7" y="8"/>
                      <a:pt x="6" y="6"/>
                      <a:pt x="4" y="4"/>
                    </a:cubicBezTo>
                    <a:cubicBezTo>
                      <a:pt x="4" y="4"/>
                      <a:pt x="4" y="4"/>
                      <a:pt x="3" y="3"/>
                    </a:cubicBezTo>
                    <a:cubicBezTo>
                      <a:pt x="3" y="2"/>
                      <a:pt x="2" y="1"/>
                      <a:pt x="1" y="0"/>
                    </a:cubicBezTo>
                  </a:path>
                </a:pathLst>
              </a:custGeom>
              <a:solidFill>
                <a:srgbClr val="FF643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222;p50"/>
              <p:cNvSpPr/>
              <p:nvPr/>
            </p:nvSpPr>
            <p:spPr>
              <a:xfrm flipH="1">
                <a:off x="1995885" y="1954785"/>
                <a:ext cx="60593" cy="51061"/>
              </a:xfrm>
              <a:custGeom>
                <a:rect b="b" l="l" r="r" t="t"/>
                <a:pathLst>
                  <a:path extrusionOk="0" h="57" w="68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223;p50"/>
              <p:cNvSpPr/>
              <p:nvPr/>
            </p:nvSpPr>
            <p:spPr>
              <a:xfrm flipH="1">
                <a:off x="1980907" y="1954785"/>
                <a:ext cx="75571" cy="62635"/>
              </a:xfrm>
              <a:custGeom>
                <a:rect b="b" l="l" r="r" t="t"/>
                <a:pathLst>
                  <a:path extrusionOk="0" h="70" w="85">
                    <a:moveTo>
                      <a:pt x="76" y="64"/>
                    </a:moveTo>
                    <a:cubicBezTo>
                      <a:pt x="79" y="66"/>
                      <a:pt x="81" y="68"/>
                      <a:pt x="85" y="70"/>
                    </a:cubicBezTo>
                    <a:cubicBezTo>
                      <a:pt x="82" y="68"/>
                      <a:pt x="79" y="66"/>
                      <a:pt x="76" y="64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14"/>
                      <a:pt x="15" y="22"/>
                      <a:pt x="29" y="22"/>
                    </a:cubicBezTo>
                    <a:cubicBezTo>
                      <a:pt x="40" y="22"/>
                      <a:pt x="51" y="17"/>
                      <a:pt x="61" y="9"/>
                    </a:cubicBezTo>
                    <a:cubicBezTo>
                      <a:pt x="61" y="9"/>
                      <a:pt x="53" y="34"/>
                      <a:pt x="68" y="55"/>
                    </a:cubicBezTo>
                    <a:cubicBezTo>
                      <a:pt x="69" y="56"/>
                      <a:pt x="70" y="57"/>
                      <a:pt x="70" y="58"/>
                    </a:cubicBezTo>
                    <a:cubicBezTo>
                      <a:pt x="56" y="40"/>
                      <a:pt x="61" y="17"/>
                      <a:pt x="63" y="11"/>
                    </a:cubicBezTo>
                    <a:cubicBezTo>
                      <a:pt x="64" y="6"/>
                      <a:pt x="64" y="6"/>
                      <a:pt x="64" y="6"/>
                    </a:cubicBezTo>
                    <a:cubicBezTo>
                      <a:pt x="59" y="9"/>
                      <a:pt x="59" y="9"/>
                      <a:pt x="59" y="9"/>
                    </a:cubicBezTo>
                    <a:cubicBezTo>
                      <a:pt x="54" y="11"/>
                      <a:pt x="49" y="14"/>
                      <a:pt x="43" y="16"/>
                    </a:cubicBezTo>
                    <a:cubicBezTo>
                      <a:pt x="37" y="18"/>
                      <a:pt x="32" y="19"/>
                      <a:pt x="26" y="19"/>
                    </a:cubicBezTo>
                    <a:cubicBezTo>
                      <a:pt x="26" y="19"/>
                      <a:pt x="25" y="19"/>
                      <a:pt x="25" y="19"/>
                    </a:cubicBezTo>
                    <a:cubicBezTo>
                      <a:pt x="20" y="19"/>
                      <a:pt x="14" y="18"/>
                      <a:pt x="9" y="14"/>
                    </a:cubicBezTo>
                    <a:cubicBezTo>
                      <a:pt x="5" y="11"/>
                      <a:pt x="1" y="6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4" name="Google Shape;1224;p50"/>
              <p:cNvSpPr/>
              <p:nvPr/>
            </p:nvSpPr>
            <p:spPr>
              <a:xfrm flipH="1">
                <a:off x="2008820" y="2029675"/>
                <a:ext cx="53785" cy="10893"/>
              </a:xfrm>
              <a:custGeom>
                <a:rect b="b" l="l" r="r" t="t"/>
                <a:pathLst>
                  <a:path extrusionOk="0" h="12" w="6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5" name="Google Shape;1225;p50"/>
              <p:cNvSpPr/>
              <p:nvPr/>
            </p:nvSpPr>
            <p:spPr>
              <a:xfrm flipH="1">
                <a:off x="1998608" y="2000399"/>
                <a:ext cx="63316" cy="10893"/>
              </a:xfrm>
              <a:custGeom>
                <a:rect b="b" l="l" r="r" t="t"/>
                <a:pathLst>
                  <a:path extrusionOk="0" h="12" w="71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6" name="Google Shape;1226;p50"/>
              <p:cNvSpPr/>
              <p:nvPr/>
            </p:nvSpPr>
            <p:spPr>
              <a:xfrm flipH="1">
                <a:off x="2004736" y="1974528"/>
                <a:ext cx="51742" cy="14297"/>
              </a:xfrm>
              <a:custGeom>
                <a:rect b="b" l="l" r="r" t="t"/>
                <a:pathLst>
                  <a:path extrusionOk="0" h="16" w="58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7" name="Google Shape;1227;p50"/>
              <p:cNvSpPr/>
              <p:nvPr/>
            </p:nvSpPr>
            <p:spPr>
              <a:xfrm flipH="1">
                <a:off x="2004736" y="1983379"/>
                <a:ext cx="681" cy="5447"/>
              </a:xfrm>
              <a:custGeom>
                <a:rect b="b" l="l" r="r" t="t"/>
                <a:pathLst>
                  <a:path extrusionOk="0" h="6" w="1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8" name="Google Shape;1228;p50"/>
              <p:cNvSpPr/>
              <p:nvPr/>
            </p:nvSpPr>
            <p:spPr>
              <a:xfrm flipH="1">
                <a:off x="1583990" y="1959550"/>
                <a:ext cx="411214" cy="510615"/>
              </a:xfrm>
              <a:custGeom>
                <a:rect b="b" l="l" r="r" t="t"/>
                <a:pathLst>
                  <a:path extrusionOk="0" h="573" w="461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9" name="Google Shape;1229;p50"/>
              <p:cNvSpPr/>
              <p:nvPr/>
            </p:nvSpPr>
            <p:spPr>
              <a:xfrm flipH="1">
                <a:off x="1625519" y="2133159"/>
                <a:ext cx="66040" cy="290029"/>
              </a:xfrm>
              <a:custGeom>
                <a:rect b="b" l="l" r="r" t="t"/>
                <a:pathLst>
                  <a:path extrusionOk="0" h="325" w="74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02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0" name="Google Shape;1230;p50"/>
              <p:cNvSpPr/>
              <p:nvPr/>
            </p:nvSpPr>
            <p:spPr>
              <a:xfrm flipH="1">
                <a:off x="1228602" y="1913255"/>
                <a:ext cx="442532" cy="590271"/>
              </a:xfrm>
              <a:custGeom>
                <a:rect b="b" l="l" r="r" t="t"/>
                <a:pathLst>
                  <a:path extrusionOk="0" h="662" w="496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1" name="Google Shape;1231;p50"/>
              <p:cNvSpPr/>
              <p:nvPr/>
            </p:nvSpPr>
            <p:spPr>
              <a:xfrm flipH="1">
                <a:off x="885470" y="2443613"/>
                <a:ext cx="822429" cy="1230922"/>
              </a:xfrm>
              <a:custGeom>
                <a:rect b="b" l="l" r="r" t="t"/>
                <a:pathLst>
                  <a:path extrusionOk="0" h="1380" w="922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2" name="Google Shape;1232;p50"/>
              <p:cNvSpPr/>
              <p:nvPr/>
            </p:nvSpPr>
            <p:spPr>
              <a:xfrm flipH="1">
                <a:off x="1392680" y="1810451"/>
                <a:ext cx="125271" cy="239648"/>
              </a:xfrm>
              <a:custGeom>
                <a:rect b="b" l="l" r="r" t="t"/>
                <a:pathLst>
                  <a:path extrusionOk="0" h="269" w="14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3" name="Google Shape;1233;p50"/>
              <p:cNvSpPr/>
              <p:nvPr/>
            </p:nvSpPr>
            <p:spPr>
              <a:xfrm>
                <a:off x="1392679" y="1839726"/>
                <a:ext cx="0" cy="22467"/>
              </a:xfrm>
              <a:custGeom>
                <a:rect b="b" l="l" r="r" t="t"/>
                <a:pathLst>
                  <a:path extrusionOk="0" h="25" w="12000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4" name="Google Shape;1234;p50"/>
              <p:cNvSpPr/>
              <p:nvPr/>
            </p:nvSpPr>
            <p:spPr>
              <a:xfrm flipH="1">
                <a:off x="1392679" y="1839726"/>
                <a:ext cx="117101" cy="61274"/>
              </a:xfrm>
              <a:custGeom>
                <a:rect b="b" l="l" r="r" t="t"/>
                <a:pathLst>
                  <a:path extrusionOk="0" h="69" w="131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5" name="Google Shape;1235;p50"/>
              <p:cNvSpPr/>
              <p:nvPr/>
            </p:nvSpPr>
            <p:spPr>
              <a:xfrm flipH="1">
                <a:off x="1351149" y="1610290"/>
                <a:ext cx="240329" cy="294795"/>
              </a:xfrm>
              <a:custGeom>
                <a:rect b="b" l="l" r="r" t="t"/>
                <a:pathLst>
                  <a:path extrusionOk="0" h="330" w="27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6" name="Google Shape;1236;p50"/>
              <p:cNvSpPr/>
              <p:nvPr/>
            </p:nvSpPr>
            <p:spPr>
              <a:xfrm flipH="1">
                <a:off x="1406976" y="1777091"/>
                <a:ext cx="43572" cy="21786"/>
              </a:xfrm>
              <a:custGeom>
                <a:rect b="b" l="l" r="r" t="t"/>
                <a:pathLst>
                  <a:path extrusionOk="0" h="24" w="49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7" name="Google Shape;1237;p50"/>
              <p:cNvSpPr/>
              <p:nvPr/>
            </p:nvSpPr>
            <p:spPr>
              <a:xfrm flipH="1">
                <a:off x="1575820" y="1760070"/>
                <a:ext cx="15659" cy="17020"/>
              </a:xfrm>
              <a:custGeom>
                <a:rect b="b" l="l" r="r" t="t"/>
                <a:pathLst>
                  <a:path extrusionOk="0" h="19" w="18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8" name="Google Shape;1238;p50"/>
              <p:cNvSpPr/>
              <p:nvPr/>
            </p:nvSpPr>
            <p:spPr>
              <a:xfrm flipH="1">
                <a:off x="1542459" y="1736923"/>
                <a:ext cx="25191" cy="44934"/>
              </a:xfrm>
              <a:custGeom>
                <a:rect b="b" l="l" r="r" t="t"/>
                <a:pathLst>
                  <a:path extrusionOk="0" h="50" w="28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9" name="Google Shape;1239;p50"/>
              <p:cNvSpPr/>
              <p:nvPr/>
            </p:nvSpPr>
            <p:spPr>
              <a:xfrm flipH="1">
                <a:off x="1437613" y="1681095"/>
                <a:ext cx="61274" cy="64678"/>
              </a:xfrm>
              <a:custGeom>
                <a:rect b="b" l="l" r="r" t="t"/>
                <a:pathLst>
                  <a:path extrusionOk="0" h="73" w="69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0" name="Google Shape;1240;p50"/>
              <p:cNvSpPr/>
              <p:nvPr/>
            </p:nvSpPr>
            <p:spPr>
              <a:xfrm flipH="1">
                <a:off x="1536332" y="1684499"/>
                <a:ext cx="49019" cy="48338"/>
              </a:xfrm>
              <a:custGeom>
                <a:rect b="b" l="l" r="r" t="t"/>
                <a:pathLst>
                  <a:path extrusionOk="0" h="54" w="55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1" name="Google Shape;1241;p50"/>
              <p:cNvSpPr/>
              <p:nvPr/>
            </p:nvSpPr>
            <p:spPr>
              <a:xfrm flipH="1">
                <a:off x="1464165" y="1808408"/>
                <a:ext cx="87145" cy="25871"/>
              </a:xfrm>
              <a:custGeom>
                <a:rect b="b" l="l" r="r" t="t"/>
                <a:pathLst>
                  <a:path extrusionOk="0" h="29" w="98">
                    <a:moveTo>
                      <a:pt x="31" y="25"/>
                    </a:moveTo>
                    <a:cubicBezTo>
                      <a:pt x="35" y="26"/>
                      <a:pt x="39" y="27"/>
                      <a:pt x="43" y="27"/>
                    </a:cubicBezTo>
                    <a:cubicBezTo>
                      <a:pt x="61" y="29"/>
                      <a:pt x="79" y="22"/>
                      <a:pt x="97" y="6"/>
                    </a:cubicBezTo>
                    <a:cubicBezTo>
                      <a:pt x="98" y="6"/>
                      <a:pt x="98" y="4"/>
                      <a:pt x="98" y="4"/>
                    </a:cubicBezTo>
                    <a:cubicBezTo>
                      <a:pt x="97" y="3"/>
                      <a:pt x="96" y="3"/>
                      <a:pt x="95" y="3"/>
                    </a:cubicBezTo>
                    <a:cubicBezTo>
                      <a:pt x="78" y="18"/>
                      <a:pt x="61" y="25"/>
                      <a:pt x="44" y="23"/>
                    </a:cubicBezTo>
                    <a:cubicBezTo>
                      <a:pt x="19" y="21"/>
                      <a:pt x="4" y="2"/>
                      <a:pt x="4" y="1"/>
                    </a:cubicBezTo>
                    <a:cubicBezTo>
                      <a:pt x="3" y="0"/>
                      <a:pt x="2" y="0"/>
                      <a:pt x="1" y="1"/>
                    </a:cubicBezTo>
                    <a:cubicBezTo>
                      <a:pt x="0" y="2"/>
                      <a:pt x="0" y="3"/>
                      <a:pt x="1" y="4"/>
                    </a:cubicBezTo>
                    <a:cubicBezTo>
                      <a:pt x="1" y="4"/>
                      <a:pt x="12" y="19"/>
                      <a:pt x="31" y="25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2" name="Google Shape;1242;p50"/>
              <p:cNvSpPr/>
              <p:nvPr/>
            </p:nvSpPr>
            <p:spPr>
              <a:xfrm flipH="1">
                <a:off x="1302130" y="1721264"/>
                <a:ext cx="66040" cy="129356"/>
              </a:xfrm>
              <a:custGeom>
                <a:rect b="b" l="l" r="r" t="t"/>
                <a:pathLst>
                  <a:path extrusionOk="0" h="145" w="74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3" name="Google Shape;1243;p50"/>
              <p:cNvSpPr/>
              <p:nvPr/>
            </p:nvSpPr>
            <p:spPr>
              <a:xfrm flipH="1">
                <a:off x="1328001" y="1751220"/>
                <a:ext cx="33360" cy="27233"/>
              </a:xfrm>
              <a:custGeom>
                <a:rect b="b" l="l" r="r" t="t"/>
                <a:pathLst>
                  <a:path extrusionOk="0" h="30" w="38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4" name="Google Shape;1244;p50"/>
              <p:cNvSpPr/>
              <p:nvPr/>
            </p:nvSpPr>
            <p:spPr>
              <a:xfrm flipH="1">
                <a:off x="1306215" y="1546974"/>
                <a:ext cx="307050" cy="194714"/>
              </a:xfrm>
              <a:custGeom>
                <a:rect b="b" l="l" r="r" t="t"/>
                <a:pathLst>
                  <a:path extrusionOk="0" h="218" w="344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5" name="Google Shape;1245;p50"/>
              <p:cNvSpPr/>
              <p:nvPr/>
            </p:nvSpPr>
            <p:spPr>
              <a:xfrm flipH="1">
                <a:off x="1161881" y="2299279"/>
                <a:ext cx="39488" cy="211054"/>
              </a:xfrm>
              <a:custGeom>
                <a:rect b="b" l="l" r="r" t="t"/>
                <a:pathLst>
                  <a:path extrusionOk="0" h="237" w="44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6" name="Google Shape;1246;p50"/>
              <p:cNvSpPr/>
              <p:nvPr/>
            </p:nvSpPr>
            <p:spPr>
              <a:xfrm flipH="1">
                <a:off x="1202050" y="2133840"/>
                <a:ext cx="322709" cy="447298"/>
              </a:xfrm>
              <a:custGeom>
                <a:rect b="b" l="l" r="r" t="t"/>
                <a:pathLst>
                  <a:path extrusionOk="0" h="501" w="362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7" name="Google Shape;1247;p50"/>
              <p:cNvSpPr/>
              <p:nvPr/>
            </p:nvSpPr>
            <p:spPr>
              <a:xfrm flipH="1">
                <a:off x="1328007" y="2250941"/>
                <a:ext cx="70800" cy="7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8" name="Google Shape;1248;p50"/>
              <p:cNvSpPr/>
              <p:nvPr/>
            </p:nvSpPr>
            <p:spPr>
              <a:xfrm flipH="1">
                <a:off x="1153711" y="2244133"/>
                <a:ext cx="171567" cy="204926"/>
              </a:xfrm>
              <a:custGeom>
                <a:rect b="b" l="l" r="r" t="t"/>
                <a:pathLst>
                  <a:path extrusionOk="0" h="230" w="192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9" name="Google Shape;1249;p50"/>
              <p:cNvSpPr/>
              <p:nvPr/>
            </p:nvSpPr>
            <p:spPr>
              <a:xfrm flipH="1">
                <a:off x="1464846" y="1736923"/>
                <a:ext cx="27233" cy="47657"/>
              </a:xfrm>
              <a:custGeom>
                <a:rect b="b" l="l" r="r" t="t"/>
                <a:pathLst>
                  <a:path extrusionOk="0" h="53" w="3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0" name="Google Shape;1250;p50"/>
            <p:cNvGrpSpPr/>
            <p:nvPr/>
          </p:nvGrpSpPr>
          <p:grpSpPr>
            <a:xfrm>
              <a:off x="1880948" y="2504669"/>
              <a:ext cx="959226" cy="675313"/>
              <a:chOff x="4768936" y="2201894"/>
              <a:chExt cx="959226" cy="675313"/>
            </a:xfrm>
          </p:grpSpPr>
          <p:sp>
            <p:nvSpPr>
              <p:cNvPr id="1251" name="Google Shape;1251;p50"/>
              <p:cNvSpPr/>
              <p:nvPr/>
            </p:nvSpPr>
            <p:spPr>
              <a:xfrm>
                <a:off x="4768936" y="2201894"/>
                <a:ext cx="959226" cy="675313"/>
              </a:xfrm>
              <a:custGeom>
                <a:rect b="b" l="l" r="r" t="t"/>
                <a:pathLst>
                  <a:path extrusionOk="0" h="365" w="517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2" name="Google Shape;1252;p50"/>
              <p:cNvSpPr/>
              <p:nvPr/>
            </p:nvSpPr>
            <p:spPr>
              <a:xfrm>
                <a:off x="4874390" y="2238397"/>
                <a:ext cx="750345" cy="332586"/>
              </a:xfrm>
              <a:custGeom>
                <a:rect b="b" l="l" r="r" t="t"/>
                <a:pathLst>
                  <a:path extrusionOk="0" h="164" w="37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3" name="Google Shape;1253;p50"/>
              <p:cNvSpPr/>
              <p:nvPr/>
            </p:nvSpPr>
            <p:spPr>
              <a:xfrm>
                <a:off x="5109633" y="2384410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4" name="Google Shape;1254;p50"/>
              <p:cNvSpPr/>
              <p:nvPr/>
            </p:nvSpPr>
            <p:spPr>
              <a:xfrm>
                <a:off x="5229284" y="2467556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50"/>
              <p:cNvSpPr/>
              <p:nvPr/>
            </p:nvSpPr>
            <p:spPr>
              <a:xfrm>
                <a:off x="5355017" y="231546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6" name="Google Shape;1256;p50"/>
              <p:cNvSpPr/>
              <p:nvPr/>
            </p:nvSpPr>
            <p:spPr>
              <a:xfrm>
                <a:off x="5478722" y="2386438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7" name="Google Shape;1257;p50"/>
              <p:cNvSpPr/>
              <p:nvPr/>
            </p:nvSpPr>
            <p:spPr>
              <a:xfrm>
                <a:off x="5604456" y="2222173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8" name="Google Shape;1258;p50"/>
              <p:cNvSpPr/>
              <p:nvPr/>
            </p:nvSpPr>
            <p:spPr>
              <a:xfrm>
                <a:off x="4856139" y="254867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9" name="Google Shape;1259;p50"/>
              <p:cNvSpPr/>
              <p:nvPr/>
            </p:nvSpPr>
            <p:spPr>
              <a:xfrm>
                <a:off x="4848027" y="2635878"/>
                <a:ext cx="66923" cy="152098"/>
              </a:xfrm>
              <a:custGeom>
                <a:rect b="b" l="l" r="r" t="t"/>
                <a:pathLst>
                  <a:path extrusionOk="0" h="83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0" name="Google Shape;1260;p50"/>
              <p:cNvSpPr/>
              <p:nvPr/>
            </p:nvSpPr>
            <p:spPr>
              <a:xfrm>
                <a:off x="4971732" y="2564899"/>
                <a:ext cx="66923" cy="223076"/>
              </a:xfrm>
              <a:custGeom>
                <a:rect b="b" l="l" r="r" t="t"/>
                <a:pathLst>
                  <a:path extrusionOk="0" h="121" w="36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1" name="Google Shape;1261;p50"/>
              <p:cNvSpPr/>
              <p:nvPr/>
            </p:nvSpPr>
            <p:spPr>
              <a:xfrm>
                <a:off x="5093410" y="2491892"/>
                <a:ext cx="66923" cy="296083"/>
              </a:xfrm>
              <a:custGeom>
                <a:rect b="b" l="l" r="r" t="t"/>
                <a:pathLst>
                  <a:path extrusionOk="0" h="160" w="36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2" name="Google Shape;1262;p50"/>
              <p:cNvSpPr/>
              <p:nvPr/>
            </p:nvSpPr>
            <p:spPr>
              <a:xfrm>
                <a:off x="5219143" y="2548675"/>
                <a:ext cx="64895" cy="239300"/>
              </a:xfrm>
              <a:custGeom>
                <a:rect b="b" l="l" r="r" t="t"/>
                <a:pathLst>
                  <a:path extrusionOk="0" h="129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3" name="Google Shape;1263;p50"/>
              <p:cNvSpPr/>
              <p:nvPr/>
            </p:nvSpPr>
            <p:spPr>
              <a:xfrm>
                <a:off x="5342849" y="2418885"/>
                <a:ext cx="66923" cy="369089"/>
              </a:xfrm>
              <a:custGeom>
                <a:rect b="b" l="l" r="r" t="t"/>
                <a:pathLst>
                  <a:path extrusionOk="0" h="199" w="36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4" name="Google Shape;1264;p50"/>
              <p:cNvSpPr/>
              <p:nvPr/>
            </p:nvSpPr>
            <p:spPr>
              <a:xfrm>
                <a:off x="5464527" y="2479724"/>
                <a:ext cx="66923" cy="308250"/>
              </a:xfrm>
              <a:custGeom>
                <a:rect b="b" l="l" r="r" t="t"/>
                <a:pathLst>
                  <a:path extrusionOk="0" h="167" w="36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5" name="Google Shape;1265;p50"/>
              <p:cNvSpPr/>
              <p:nvPr/>
            </p:nvSpPr>
            <p:spPr>
              <a:xfrm>
                <a:off x="5588232" y="2329655"/>
                <a:ext cx="66923" cy="458319"/>
              </a:xfrm>
              <a:custGeom>
                <a:rect b="b" l="l" r="r" t="t"/>
                <a:pathLst>
                  <a:path extrusionOk="0" h="248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51"/>
          <p:cNvSpPr txBox="1"/>
          <p:nvPr>
            <p:ph type="title"/>
          </p:nvPr>
        </p:nvSpPr>
        <p:spPr>
          <a:xfrm>
            <a:off x="720000" y="445025"/>
            <a:ext cx="6382500" cy="10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Insights and Recommendations</a:t>
            </a:r>
            <a:endParaRPr/>
          </a:p>
        </p:txBody>
      </p:sp>
      <p:sp>
        <p:nvSpPr>
          <p:cNvPr id="1271" name="Google Shape;1271;p51"/>
          <p:cNvSpPr/>
          <p:nvPr/>
        </p:nvSpPr>
        <p:spPr>
          <a:xfrm>
            <a:off x="613075" y="1315400"/>
            <a:ext cx="2230800" cy="1345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DM Sans"/>
                <a:ea typeface="DM Sans"/>
                <a:cs typeface="DM Sans"/>
                <a:sym typeface="DM Sans"/>
              </a:rPr>
              <a:t>Retain Champions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DM Sans"/>
                <a:ea typeface="DM Sans"/>
                <a:cs typeface="DM Sans"/>
                <a:sym typeface="DM Sans"/>
              </a:rPr>
              <a:t>Top Value, make exclusive loyalty programs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72" name="Google Shape;1272;p51"/>
          <p:cNvSpPr/>
          <p:nvPr/>
        </p:nvSpPr>
        <p:spPr>
          <a:xfrm>
            <a:off x="3155925" y="1315400"/>
            <a:ext cx="2230800" cy="1345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DM Sans"/>
                <a:ea typeface="DM Sans"/>
                <a:cs typeface="DM Sans"/>
                <a:sym typeface="DM Sans"/>
              </a:rPr>
              <a:t>Win-back At Risk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DM Sans"/>
                <a:ea typeface="DM Sans"/>
                <a:cs typeface="DM Sans"/>
                <a:sym typeface="DM Sans"/>
              </a:rPr>
              <a:t>9.3 M at stake and 54.76% are Top Value. Personalized engagement offers before they churn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73" name="Google Shape;1273;p51"/>
          <p:cNvSpPr/>
          <p:nvPr/>
        </p:nvSpPr>
        <p:spPr>
          <a:xfrm>
            <a:off x="5698775" y="1315400"/>
            <a:ext cx="2230800" cy="1345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DM Sans"/>
                <a:ea typeface="DM Sans"/>
                <a:cs typeface="DM Sans"/>
                <a:sym typeface="DM Sans"/>
              </a:rPr>
              <a:t>Upgrade Loyal - Top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DM Sans"/>
                <a:ea typeface="DM Sans"/>
                <a:cs typeface="DM Sans"/>
                <a:sym typeface="DM Sans"/>
              </a:rPr>
              <a:t>43.93% of loyal are Medium Value. Use upselling campaigns to move them into Top Value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74" name="Google Shape;1274;p51"/>
          <p:cNvSpPr/>
          <p:nvPr/>
        </p:nvSpPr>
        <p:spPr>
          <a:xfrm>
            <a:off x="1518825" y="2918050"/>
            <a:ext cx="2230800" cy="1345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DM Sans"/>
                <a:ea typeface="DM Sans"/>
                <a:cs typeface="DM Sans"/>
                <a:sym typeface="DM Sans"/>
              </a:rPr>
              <a:t>Re-engage Lost Customers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DM Sans"/>
                <a:ea typeface="DM Sans"/>
                <a:cs typeface="DM Sans"/>
                <a:sym typeface="DM Sans"/>
              </a:rPr>
              <a:t>Run targeted re-engagement campaign, no respond deprioritize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75" name="Google Shape;1275;p51"/>
          <p:cNvSpPr/>
          <p:nvPr/>
        </p:nvSpPr>
        <p:spPr>
          <a:xfrm>
            <a:off x="4049400" y="2918050"/>
            <a:ext cx="2230800" cy="1345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DM Sans"/>
                <a:ea typeface="DM Sans"/>
                <a:cs typeface="DM Sans"/>
                <a:sym typeface="DM Sans"/>
              </a:rPr>
              <a:t>Contact Inactive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DM Sans"/>
                <a:ea typeface="DM Sans"/>
                <a:cs typeface="DM Sans"/>
                <a:sym typeface="DM Sans"/>
              </a:rPr>
              <a:t>Trigger boarding campaign, verify if contact data is still valid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76" name="Google Shape;1276;p51"/>
          <p:cNvSpPr/>
          <p:nvPr/>
        </p:nvSpPr>
        <p:spPr>
          <a:xfrm>
            <a:off x="6543125" y="2918050"/>
            <a:ext cx="2230800" cy="1345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DM Sans"/>
                <a:ea typeface="DM Sans"/>
                <a:cs typeface="DM Sans"/>
                <a:sym typeface="DM Sans"/>
              </a:rPr>
              <a:t>Need Attention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DM Sans"/>
                <a:ea typeface="DM Sans"/>
                <a:cs typeface="DM Sans"/>
                <a:sym typeface="DM Sans"/>
              </a:rPr>
              <a:t>Encourage repeat purchase via product recommendations based on first purchase category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52"/>
          <p:cNvSpPr txBox="1"/>
          <p:nvPr>
            <p:ph type="title"/>
          </p:nvPr>
        </p:nvSpPr>
        <p:spPr>
          <a:xfrm>
            <a:off x="720000" y="445025"/>
            <a:ext cx="5215200" cy="10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Case Implementation Plan</a:t>
            </a:r>
            <a:endParaRPr/>
          </a:p>
        </p:txBody>
      </p:sp>
      <p:sp>
        <p:nvSpPr>
          <p:cNvPr id="1282" name="Google Shape;1282;p52"/>
          <p:cNvSpPr/>
          <p:nvPr/>
        </p:nvSpPr>
        <p:spPr>
          <a:xfrm>
            <a:off x="540975" y="1201650"/>
            <a:ext cx="2489100" cy="3108300"/>
          </a:xfrm>
          <a:prstGeom prst="snip1Rect">
            <a:avLst>
              <a:gd fmla="val 16667" name="adj"/>
            </a:avLst>
          </a:prstGeom>
          <a:solidFill>
            <a:schemeClr val="lt2"/>
          </a:solidFill>
          <a:ln cap="flat" cmpd="sng" w="9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475" lIns="87475" spcFirstLastPara="1" rIns="87475" wrap="square" tIns="87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83" name="Google Shape;1283;p52"/>
          <p:cNvSpPr/>
          <p:nvPr/>
        </p:nvSpPr>
        <p:spPr>
          <a:xfrm>
            <a:off x="3460284" y="1235884"/>
            <a:ext cx="2489100" cy="3108300"/>
          </a:xfrm>
          <a:prstGeom prst="snip1Rect">
            <a:avLst>
              <a:gd fmla="val 16667" name="adj"/>
            </a:avLst>
          </a:prstGeom>
          <a:solidFill>
            <a:srgbClr val="FFD1BE"/>
          </a:solidFill>
          <a:ln cap="flat" cmpd="sng" w="9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475" lIns="87475" spcFirstLastPara="1" rIns="87475" wrap="square" tIns="87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84" name="Google Shape;1284;p52"/>
          <p:cNvSpPr/>
          <p:nvPr/>
        </p:nvSpPr>
        <p:spPr>
          <a:xfrm>
            <a:off x="6379593" y="1235884"/>
            <a:ext cx="2489100" cy="3108300"/>
          </a:xfrm>
          <a:prstGeom prst="snip1Rect">
            <a:avLst>
              <a:gd fmla="val 16667" name="adj"/>
            </a:avLst>
          </a:prstGeom>
          <a:solidFill>
            <a:schemeClr val="lt2"/>
          </a:solidFill>
          <a:ln cap="flat" cmpd="sng" w="9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475" lIns="87475" spcFirstLastPara="1" rIns="87475" wrap="square" tIns="87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85" name="Google Shape;1285;p52"/>
          <p:cNvSpPr txBox="1"/>
          <p:nvPr/>
        </p:nvSpPr>
        <p:spPr>
          <a:xfrm>
            <a:off x="680925" y="1294975"/>
            <a:ext cx="19128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Retain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86" name="Google Shape;1286;p52"/>
          <p:cNvSpPr txBox="1"/>
          <p:nvPr/>
        </p:nvSpPr>
        <p:spPr>
          <a:xfrm>
            <a:off x="3530263" y="1294975"/>
            <a:ext cx="19128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Win-Back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87" name="Google Shape;1287;p52"/>
          <p:cNvSpPr txBox="1"/>
          <p:nvPr/>
        </p:nvSpPr>
        <p:spPr>
          <a:xfrm>
            <a:off x="6473275" y="1294975"/>
            <a:ext cx="19128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Upgrade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88" name="Google Shape;1288;p52"/>
          <p:cNvSpPr txBox="1"/>
          <p:nvPr/>
        </p:nvSpPr>
        <p:spPr>
          <a:xfrm>
            <a:off x="692025" y="1718675"/>
            <a:ext cx="2187000" cy="25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Action</a:t>
            </a:r>
            <a:endParaRPr b="1"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Exclusive Loyalty Program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Target Segment</a:t>
            </a:r>
            <a:endParaRPr b="1"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Champions: 1912 Customers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KPI</a:t>
            </a:r>
            <a:endParaRPr b="1"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Total Champions Count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Target</a:t>
            </a:r>
            <a:endParaRPr b="1"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Maintain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89" name="Google Shape;1289;p52"/>
          <p:cNvSpPr txBox="1"/>
          <p:nvPr/>
        </p:nvSpPr>
        <p:spPr>
          <a:xfrm>
            <a:off x="3611350" y="1691525"/>
            <a:ext cx="2187000" cy="26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Action</a:t>
            </a:r>
            <a:endParaRPr b="1"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Personalized re-engagement offer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Target Segment</a:t>
            </a:r>
            <a:endParaRPr b="1"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At Risk</a:t>
            </a:r>
            <a:r>
              <a:rPr lang="en-GB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1335 Customers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KPI</a:t>
            </a:r>
            <a:endParaRPr b="1"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% Upgrade to Loyal 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Target</a:t>
            </a:r>
            <a:endParaRPr b="1"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&gt; 20 % (267 customers)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90" name="Google Shape;1290;p52"/>
          <p:cNvSpPr txBox="1"/>
          <p:nvPr/>
        </p:nvSpPr>
        <p:spPr>
          <a:xfrm>
            <a:off x="6428000" y="1691525"/>
            <a:ext cx="2187000" cy="26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Action</a:t>
            </a:r>
            <a:endParaRPr b="1"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Upsell to premium products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Target Segme</a:t>
            </a:r>
            <a:r>
              <a:rPr b="1" lang="en-GB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nt</a:t>
            </a:r>
            <a:endParaRPr b="1"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Loyal (Medium Value) Customers : 1835 Customers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KPI</a:t>
            </a:r>
            <a:endParaRPr b="1"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% moved to Top Value tier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Target</a:t>
            </a:r>
            <a:endParaRPr b="1"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10-15% (184-275 customers)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53"/>
          <p:cNvSpPr txBox="1"/>
          <p:nvPr>
            <p:ph type="title"/>
          </p:nvPr>
        </p:nvSpPr>
        <p:spPr>
          <a:xfrm>
            <a:off x="720000" y="445025"/>
            <a:ext cx="4360200" cy="10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Documentation</a:t>
            </a:r>
            <a:endParaRPr/>
          </a:p>
        </p:txBody>
      </p:sp>
      <p:sp>
        <p:nvSpPr>
          <p:cNvPr id="1296" name="Google Shape;1296;p53"/>
          <p:cNvSpPr txBox="1"/>
          <p:nvPr>
            <p:ph idx="1" type="subTitle"/>
          </p:nvPr>
        </p:nvSpPr>
        <p:spPr>
          <a:xfrm>
            <a:off x="720000" y="1700300"/>
            <a:ext cx="4360200" cy="29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Cleaning, Manipulation and EDA 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Python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Dashboard : </a:t>
            </a:r>
            <a:r>
              <a:rPr lang="en-GB" u="sng">
                <a:solidFill>
                  <a:schemeClr val="hlink"/>
                </a:solidFill>
                <a:hlinkClick r:id="rId4"/>
              </a:rPr>
              <a:t>File</a:t>
            </a:r>
            <a:r>
              <a:rPr lang="en-GB"/>
              <a:t> and </a:t>
            </a:r>
            <a:r>
              <a:rPr lang="en-GB" u="sng">
                <a:solidFill>
                  <a:schemeClr val="hlink"/>
                </a:solidFill>
                <a:hlinkClick r:id="rId5"/>
              </a:rPr>
              <a:t>Power BI </a:t>
            </a:r>
            <a:endParaRPr/>
          </a:p>
        </p:txBody>
      </p:sp>
      <p:sp>
        <p:nvSpPr>
          <p:cNvPr id="1297" name="Google Shape;1297;p53"/>
          <p:cNvSpPr/>
          <p:nvPr>
            <p:ph idx="2" type="pic"/>
          </p:nvPr>
        </p:nvSpPr>
        <p:spPr>
          <a:xfrm>
            <a:off x="5287787" y="1164750"/>
            <a:ext cx="2702100" cy="3145200"/>
          </a:xfrm>
          <a:prstGeom prst="roundRect">
            <a:avLst>
              <a:gd fmla="val 16667" name="adj"/>
            </a:avLst>
          </a:prstGeom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54"/>
          <p:cNvSpPr txBox="1"/>
          <p:nvPr>
            <p:ph type="title"/>
          </p:nvPr>
        </p:nvSpPr>
        <p:spPr>
          <a:xfrm>
            <a:off x="2189575" y="2064900"/>
            <a:ext cx="4360200" cy="10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atistics and Data Analysis - 6th Grade by Slidesgo">
  <a:themeElements>
    <a:clrScheme name="Simple Light">
      <a:dk1>
        <a:srgbClr val="334157"/>
      </a:dk1>
      <a:lt1>
        <a:srgbClr val="4C69B2"/>
      </a:lt1>
      <a:dk2>
        <a:srgbClr val="FDFDFD"/>
      </a:dk2>
      <a:lt2>
        <a:srgbClr val="6389EB"/>
      </a:lt2>
      <a:accent1>
        <a:srgbClr val="CBDDFA"/>
      </a:accent1>
      <a:accent2>
        <a:srgbClr val="FF4949"/>
      </a:accent2>
      <a:accent3>
        <a:srgbClr val="FF7A78"/>
      </a:accent3>
      <a:accent4>
        <a:srgbClr val="FF9D35"/>
      </a:accent4>
      <a:accent5>
        <a:srgbClr val="FFC53A"/>
      </a:accent5>
      <a:accent6>
        <a:srgbClr val="EBEBEB"/>
      </a:accent6>
      <a:hlink>
        <a:srgbClr val="33415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